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27" r:id="rId4"/>
  </p:sldMasterIdLst>
  <p:notesMasterIdLst>
    <p:notesMasterId r:id="rId67"/>
  </p:notesMasterIdLst>
  <p:sldIdLst>
    <p:sldId id="348" r:id="rId5"/>
    <p:sldId id="349" r:id="rId6"/>
    <p:sldId id="354" r:id="rId7"/>
    <p:sldId id="355" r:id="rId8"/>
    <p:sldId id="357" r:id="rId9"/>
    <p:sldId id="356" r:id="rId10"/>
    <p:sldId id="438" r:id="rId11"/>
    <p:sldId id="439" r:id="rId12"/>
    <p:sldId id="440" r:id="rId13"/>
    <p:sldId id="441" r:id="rId14"/>
    <p:sldId id="364" r:id="rId15"/>
    <p:sldId id="365" r:id="rId16"/>
    <p:sldId id="378" r:id="rId17"/>
    <p:sldId id="379" r:id="rId18"/>
    <p:sldId id="380" r:id="rId19"/>
    <p:sldId id="367" r:id="rId20"/>
    <p:sldId id="372" r:id="rId21"/>
    <p:sldId id="373" r:id="rId22"/>
    <p:sldId id="374" r:id="rId23"/>
    <p:sldId id="375" r:id="rId24"/>
    <p:sldId id="382" r:id="rId25"/>
    <p:sldId id="323" r:id="rId26"/>
    <p:sldId id="324" r:id="rId27"/>
    <p:sldId id="325" r:id="rId28"/>
    <p:sldId id="319" r:id="rId29"/>
    <p:sldId id="385" r:id="rId30"/>
    <p:sldId id="442" r:id="rId31"/>
    <p:sldId id="436" r:id="rId32"/>
    <p:sldId id="352" r:id="rId33"/>
    <p:sldId id="343" r:id="rId34"/>
    <p:sldId id="362" r:id="rId35"/>
    <p:sldId id="443" r:id="rId36"/>
    <p:sldId id="444" r:id="rId37"/>
    <p:sldId id="445" r:id="rId38"/>
    <p:sldId id="446" r:id="rId39"/>
    <p:sldId id="447" r:id="rId40"/>
    <p:sldId id="448" r:id="rId41"/>
    <p:sldId id="449" r:id="rId42"/>
    <p:sldId id="350" r:id="rId43"/>
    <p:sldId id="358" r:id="rId44"/>
    <p:sldId id="359" r:id="rId45"/>
    <p:sldId id="360" r:id="rId46"/>
    <p:sldId id="361" r:id="rId47"/>
    <p:sldId id="363" r:id="rId48"/>
    <p:sldId id="414" r:id="rId49"/>
    <p:sldId id="412" r:id="rId50"/>
    <p:sldId id="413" r:id="rId51"/>
    <p:sldId id="419" r:id="rId52"/>
    <p:sldId id="428" r:id="rId53"/>
    <p:sldId id="415" r:id="rId54"/>
    <p:sldId id="423" r:id="rId55"/>
    <p:sldId id="425" r:id="rId56"/>
    <p:sldId id="429" r:id="rId57"/>
    <p:sldId id="388" r:id="rId58"/>
    <p:sldId id="389" r:id="rId59"/>
    <p:sldId id="390" r:id="rId60"/>
    <p:sldId id="453" r:id="rId61"/>
    <p:sldId id="398" r:id="rId62"/>
    <p:sldId id="451" r:id="rId63"/>
    <p:sldId id="426" r:id="rId64"/>
    <p:sldId id="452" r:id="rId65"/>
    <p:sldId id="431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833"/>
    <a:srgbClr val="02A884"/>
    <a:srgbClr val="233028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012" autoAdjust="0"/>
  </p:normalViewPr>
  <p:slideViewPr>
    <p:cSldViewPr snapToGrid="0">
      <p:cViewPr varScale="1">
        <p:scale>
          <a:sx n="82" d="100"/>
          <a:sy n="82" d="100"/>
        </p:scale>
        <p:origin x="15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D69999-56B6-4FB9-AA79-F11530174520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419682-1806-4379-B41B-46F34CC52203}">
      <dgm:prSet phldrT="[Text]" custT="1"/>
      <dgm:spPr>
        <a:solidFill>
          <a:schemeClr val="tx2"/>
        </a:solidFill>
      </dgm:spPr>
      <dgm:t>
        <a:bodyPr/>
        <a:lstStyle/>
        <a:p>
          <a:r>
            <a:rPr lang="ru-RU" sz="2400" dirty="0"/>
            <a:t>Задача</a:t>
          </a:r>
        </a:p>
        <a:p>
          <a:r>
            <a:rPr lang="ru-RU" sz="2400" dirty="0"/>
            <a:t>+</a:t>
          </a:r>
        </a:p>
        <a:p>
          <a:r>
            <a:rPr lang="en-US" sz="2400" dirty="0"/>
            <a:t>2</a:t>
          </a:r>
          <a:r>
            <a:rPr lang="ru-RU" sz="2400" dirty="0"/>
            <a:t> вопроса на зачете</a:t>
          </a:r>
          <a:endParaRPr lang="en-US" sz="2400" dirty="0"/>
        </a:p>
      </dgm:t>
    </dgm:pt>
    <dgm:pt modelId="{7CADB3DC-ADB0-4DCA-B237-DCBB6BE251F8}" type="parTrans" cxnId="{5AD5940D-3581-4D0E-9CB3-C0589EF67D92}">
      <dgm:prSet/>
      <dgm:spPr/>
      <dgm:t>
        <a:bodyPr/>
        <a:lstStyle/>
        <a:p>
          <a:endParaRPr lang="en-US"/>
        </a:p>
      </dgm:t>
    </dgm:pt>
    <dgm:pt modelId="{A5C02D83-D444-4FAF-B919-AB8694D5BA03}" type="sibTrans" cxnId="{5AD5940D-3581-4D0E-9CB3-C0589EF67D92}">
      <dgm:prSet/>
      <dgm:spPr/>
      <dgm:t>
        <a:bodyPr/>
        <a:lstStyle/>
        <a:p>
          <a:endParaRPr lang="en-US"/>
        </a:p>
      </dgm:t>
    </dgm:pt>
    <dgm:pt modelId="{8BE1D4A7-97FB-4BF4-9745-3D6FF1C7F9E4}">
      <dgm:prSet phldrT="[Text]" custT="1"/>
      <dgm:spPr/>
      <dgm:t>
        <a:bodyPr/>
        <a:lstStyle/>
        <a:p>
          <a:endParaRPr lang="en-US" sz="900" dirty="0"/>
        </a:p>
      </dgm:t>
    </dgm:pt>
    <dgm:pt modelId="{C7F227F7-53F4-4BA1-A98B-50BAAA1CCEA3}" type="parTrans" cxnId="{2956CA7C-4DD2-4D46-9DD2-D2D4246B0B5A}">
      <dgm:prSet/>
      <dgm:spPr/>
      <dgm:t>
        <a:bodyPr/>
        <a:lstStyle/>
        <a:p>
          <a:endParaRPr lang="en-US"/>
        </a:p>
      </dgm:t>
    </dgm:pt>
    <dgm:pt modelId="{E5D6A1B2-D822-4C7B-85F7-AF81F0F73CEA}" type="sibTrans" cxnId="{2956CA7C-4DD2-4D46-9DD2-D2D4246B0B5A}">
      <dgm:prSet/>
      <dgm:spPr/>
      <dgm:t>
        <a:bodyPr/>
        <a:lstStyle/>
        <a:p>
          <a:endParaRPr lang="en-US"/>
        </a:p>
      </dgm:t>
    </dgm:pt>
    <dgm:pt modelId="{581850CF-C9BE-447D-B783-6A111C61BE0D}">
      <dgm:prSet phldrT="[Text]" custT="1"/>
      <dgm:spPr/>
      <dgm:t>
        <a:bodyPr/>
        <a:lstStyle/>
        <a:p>
          <a:r>
            <a:rPr lang="ru-RU" sz="1600" dirty="0"/>
            <a:t>Написаны все тесты</a:t>
          </a:r>
          <a:endParaRPr lang="en-US" sz="1600" dirty="0"/>
        </a:p>
      </dgm:t>
    </dgm:pt>
    <dgm:pt modelId="{E5426BDB-294F-4747-A33E-94A2A30E7571}" type="parTrans" cxnId="{CCF055C7-8BB9-49E5-BED7-39484B7986F2}">
      <dgm:prSet/>
      <dgm:spPr/>
      <dgm:t>
        <a:bodyPr/>
        <a:lstStyle/>
        <a:p>
          <a:endParaRPr lang="en-US"/>
        </a:p>
      </dgm:t>
    </dgm:pt>
    <dgm:pt modelId="{514B3596-5E86-44FC-AF6D-66372D7F5922}" type="sibTrans" cxnId="{CCF055C7-8BB9-49E5-BED7-39484B7986F2}">
      <dgm:prSet/>
      <dgm:spPr/>
      <dgm:t>
        <a:bodyPr/>
        <a:lstStyle/>
        <a:p>
          <a:endParaRPr lang="en-US"/>
        </a:p>
      </dgm:t>
    </dgm:pt>
    <dgm:pt modelId="{695C6C48-9A6C-4E1A-B9DC-1BC0DBF0355A}">
      <dgm:prSet phldrT="[Text]" custT="1"/>
      <dgm:spPr/>
      <dgm:t>
        <a:bodyPr/>
        <a:lstStyle/>
        <a:p>
          <a:r>
            <a:rPr lang="ru-RU" sz="1600" dirty="0"/>
            <a:t>Сданы все лабораторные</a:t>
          </a:r>
          <a:endParaRPr lang="en-US" sz="1600" dirty="0"/>
        </a:p>
      </dgm:t>
    </dgm:pt>
    <dgm:pt modelId="{E1644222-7884-4014-96A2-DB41B8E8043B}" type="parTrans" cxnId="{C669B488-DE24-4496-9F1A-7FA619187648}">
      <dgm:prSet/>
      <dgm:spPr/>
      <dgm:t>
        <a:bodyPr/>
        <a:lstStyle/>
        <a:p>
          <a:endParaRPr lang="en-US"/>
        </a:p>
      </dgm:t>
    </dgm:pt>
    <dgm:pt modelId="{8D865614-BB63-41ED-BC6E-670949CBB950}" type="sibTrans" cxnId="{C669B488-DE24-4496-9F1A-7FA619187648}">
      <dgm:prSet/>
      <dgm:spPr/>
      <dgm:t>
        <a:bodyPr/>
        <a:lstStyle/>
        <a:p>
          <a:endParaRPr lang="en-US"/>
        </a:p>
      </dgm:t>
    </dgm:pt>
    <dgm:pt modelId="{84921C8D-DAF1-4A69-9940-C40450FCE5BB}" type="pres">
      <dgm:prSet presAssocID="{14D69999-56B6-4FB9-AA79-F11530174520}" presName="Name0" presStyleCnt="0">
        <dgm:presLayoutVars>
          <dgm:dir/>
          <dgm:animLvl val="lvl"/>
          <dgm:resizeHandles/>
        </dgm:presLayoutVars>
      </dgm:prSet>
      <dgm:spPr/>
    </dgm:pt>
    <dgm:pt modelId="{5CC8EC40-7089-4D10-AB59-94A589A0C469}" type="pres">
      <dgm:prSet presAssocID="{9F419682-1806-4379-B41B-46F34CC52203}" presName="linNode" presStyleCnt="0"/>
      <dgm:spPr/>
    </dgm:pt>
    <dgm:pt modelId="{E9FF1920-A7C8-479C-8268-7567D3276D72}" type="pres">
      <dgm:prSet presAssocID="{9F419682-1806-4379-B41B-46F34CC52203}" presName="parentShp" presStyleLbl="node1" presStyleIdx="0" presStyleCnt="1" custLinFactX="100000" custLinFactNeighborX="100675" custLinFactNeighborY="3946">
        <dgm:presLayoutVars>
          <dgm:bulletEnabled val="1"/>
        </dgm:presLayoutVars>
      </dgm:prSet>
      <dgm:spPr/>
    </dgm:pt>
    <dgm:pt modelId="{2E5AACAE-5E87-4E90-B179-CBE543D9CDAB}" type="pres">
      <dgm:prSet presAssocID="{9F419682-1806-4379-B41B-46F34CC52203}" presName="childShp" presStyleLbl="bgAccFollowNode1" presStyleIdx="0" presStyleCnt="1" custLinFactNeighborX="-97182" custLinFactNeighborY="20008">
        <dgm:presLayoutVars>
          <dgm:bulletEnabled val="1"/>
        </dgm:presLayoutVars>
      </dgm:prSet>
      <dgm:spPr/>
    </dgm:pt>
  </dgm:ptLst>
  <dgm:cxnLst>
    <dgm:cxn modelId="{5AD5940D-3581-4D0E-9CB3-C0589EF67D92}" srcId="{14D69999-56B6-4FB9-AA79-F11530174520}" destId="{9F419682-1806-4379-B41B-46F34CC52203}" srcOrd="0" destOrd="0" parTransId="{7CADB3DC-ADB0-4DCA-B237-DCBB6BE251F8}" sibTransId="{A5C02D83-D444-4FAF-B919-AB8694D5BA03}"/>
    <dgm:cxn modelId="{A5F89C1C-D13F-4864-AE87-6804419011CD}" type="presOf" srcId="{14D69999-56B6-4FB9-AA79-F11530174520}" destId="{84921C8D-DAF1-4A69-9940-C40450FCE5BB}" srcOrd="0" destOrd="0" presId="urn:microsoft.com/office/officeart/2005/8/layout/vList6"/>
    <dgm:cxn modelId="{2956CA7C-4DD2-4D46-9DD2-D2D4246B0B5A}" srcId="{9F419682-1806-4379-B41B-46F34CC52203}" destId="{8BE1D4A7-97FB-4BF4-9745-3D6FF1C7F9E4}" srcOrd="0" destOrd="0" parTransId="{C7F227F7-53F4-4BA1-A98B-50BAAA1CCEA3}" sibTransId="{E5D6A1B2-D822-4C7B-85F7-AF81F0F73CEA}"/>
    <dgm:cxn modelId="{F223AE87-8E5A-4991-99DB-1C9E149B54FD}" type="presOf" srcId="{695C6C48-9A6C-4E1A-B9DC-1BC0DBF0355A}" destId="{2E5AACAE-5E87-4E90-B179-CBE543D9CDAB}" srcOrd="0" destOrd="1" presId="urn:microsoft.com/office/officeart/2005/8/layout/vList6"/>
    <dgm:cxn modelId="{C669B488-DE24-4496-9F1A-7FA619187648}" srcId="{9F419682-1806-4379-B41B-46F34CC52203}" destId="{695C6C48-9A6C-4E1A-B9DC-1BC0DBF0355A}" srcOrd="1" destOrd="0" parTransId="{E1644222-7884-4014-96A2-DB41B8E8043B}" sibTransId="{8D865614-BB63-41ED-BC6E-670949CBB950}"/>
    <dgm:cxn modelId="{B5464090-5151-45DE-9ED7-E1A641125119}" type="presOf" srcId="{8BE1D4A7-97FB-4BF4-9745-3D6FF1C7F9E4}" destId="{2E5AACAE-5E87-4E90-B179-CBE543D9CDAB}" srcOrd="0" destOrd="0" presId="urn:microsoft.com/office/officeart/2005/8/layout/vList6"/>
    <dgm:cxn modelId="{B3BF3EBA-E40D-4207-AE19-9B5C896B1B24}" type="presOf" srcId="{9F419682-1806-4379-B41B-46F34CC52203}" destId="{E9FF1920-A7C8-479C-8268-7567D3276D72}" srcOrd="0" destOrd="0" presId="urn:microsoft.com/office/officeart/2005/8/layout/vList6"/>
    <dgm:cxn modelId="{B4E852C5-272E-4832-BE29-6AC24FEE2040}" type="presOf" srcId="{581850CF-C9BE-447D-B783-6A111C61BE0D}" destId="{2E5AACAE-5E87-4E90-B179-CBE543D9CDAB}" srcOrd="0" destOrd="2" presId="urn:microsoft.com/office/officeart/2005/8/layout/vList6"/>
    <dgm:cxn modelId="{CCF055C7-8BB9-49E5-BED7-39484B7986F2}" srcId="{9F419682-1806-4379-B41B-46F34CC52203}" destId="{581850CF-C9BE-447D-B783-6A111C61BE0D}" srcOrd="2" destOrd="0" parTransId="{E5426BDB-294F-4747-A33E-94A2A30E7571}" sibTransId="{514B3596-5E86-44FC-AF6D-66372D7F5922}"/>
    <dgm:cxn modelId="{4C6B4689-B536-4A1F-A75A-A52B9A722AA6}" type="presParOf" srcId="{84921C8D-DAF1-4A69-9940-C40450FCE5BB}" destId="{5CC8EC40-7089-4D10-AB59-94A589A0C469}" srcOrd="0" destOrd="0" presId="urn:microsoft.com/office/officeart/2005/8/layout/vList6"/>
    <dgm:cxn modelId="{81B50E2F-D5D5-483E-A9C2-886800BEAA9D}" type="presParOf" srcId="{5CC8EC40-7089-4D10-AB59-94A589A0C469}" destId="{E9FF1920-A7C8-479C-8268-7567D3276D72}" srcOrd="0" destOrd="0" presId="urn:microsoft.com/office/officeart/2005/8/layout/vList6"/>
    <dgm:cxn modelId="{B2B4196F-E03A-4BE2-809D-515B649ACB24}" type="presParOf" srcId="{5CC8EC40-7089-4D10-AB59-94A589A0C469}" destId="{2E5AACAE-5E87-4E90-B179-CBE543D9CDAB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F98948-3320-4B7F-80FB-AB1137B5078B}" type="doc">
      <dgm:prSet loTypeId="urn:microsoft.com/office/officeart/2005/8/layout/venn3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5F858BE-12F3-4653-B340-0B188B98203C}">
      <dgm:prSet custT="1"/>
      <dgm:spPr/>
      <dgm:t>
        <a:bodyPr/>
        <a:lstStyle/>
        <a:p>
          <a:r>
            <a:rPr lang="ru-RU" sz="1800" dirty="0">
              <a:solidFill>
                <a:schemeClr val="tx1">
                  <a:lumMod val="75000"/>
                  <a:lumOff val="25000"/>
                </a:schemeClr>
              </a:solidFill>
            </a:rPr>
            <a:t>Зрительная </a:t>
          </a:r>
          <a:r>
            <a:rPr lang="ru-RU" sz="1600" dirty="0">
              <a:solidFill>
                <a:schemeClr val="tx1">
                  <a:lumMod val="75000"/>
                  <a:lumOff val="25000"/>
                </a:schemeClr>
              </a:solidFill>
            </a:rPr>
            <a:t>(визуальная)</a:t>
          </a:r>
          <a:endParaRPr lang="en-US" sz="18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A18FFBF8-8B7D-40D4-A330-31FF915469FD}" type="parTrans" cxnId="{DEBC30EA-F307-450A-9FE0-DE38E709B7C6}">
      <dgm:prSet/>
      <dgm:spPr/>
      <dgm:t>
        <a:bodyPr/>
        <a:lstStyle/>
        <a:p>
          <a:endParaRPr lang="en-US" sz="12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AF7F54C-54BB-4E32-A3BE-70FDDE1ACC7A}" type="sibTrans" cxnId="{DEBC30EA-F307-450A-9FE0-DE38E709B7C6}">
      <dgm:prSet/>
      <dgm:spPr/>
      <dgm:t>
        <a:bodyPr/>
        <a:lstStyle/>
        <a:p>
          <a:endParaRPr lang="en-US" sz="12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18935234-F39B-4F64-9D3E-ECC198090598}">
      <dgm:prSet custT="1"/>
      <dgm:spPr/>
      <dgm:t>
        <a:bodyPr/>
        <a:lstStyle/>
        <a:p>
          <a:r>
            <a:rPr lang="ru-RU" sz="1800" dirty="0">
              <a:solidFill>
                <a:schemeClr val="tx1">
                  <a:lumMod val="75000"/>
                  <a:lumOff val="25000"/>
                </a:schemeClr>
              </a:solidFill>
            </a:rPr>
            <a:t>Звуковая</a:t>
          </a:r>
          <a:endParaRPr lang="en-US" sz="18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6CB3CF8-E647-4BD2-92CD-1EEA584C5221}" type="parTrans" cxnId="{91D2593C-7D74-43E8-BC24-122A9C83402E}">
      <dgm:prSet/>
      <dgm:spPr/>
      <dgm:t>
        <a:bodyPr/>
        <a:lstStyle/>
        <a:p>
          <a:endParaRPr lang="en-US" sz="12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A80C0A60-9866-4750-AF50-82E6D30D27C4}" type="sibTrans" cxnId="{91D2593C-7D74-43E8-BC24-122A9C83402E}">
      <dgm:prSet/>
      <dgm:spPr/>
      <dgm:t>
        <a:bodyPr/>
        <a:lstStyle/>
        <a:p>
          <a:endParaRPr lang="en-US" sz="12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177B0E6C-B138-42E8-B5AC-1DAF2705372C}">
      <dgm:prSet custT="1"/>
      <dgm:spPr/>
      <dgm:t>
        <a:bodyPr/>
        <a:lstStyle/>
        <a:p>
          <a:r>
            <a:rPr lang="ru-RU" sz="1600" dirty="0">
              <a:solidFill>
                <a:schemeClr val="tx1">
                  <a:lumMod val="75000"/>
                  <a:lumOff val="25000"/>
                </a:schemeClr>
              </a:solidFill>
            </a:rPr>
            <a:t>Вкусовая</a:t>
          </a:r>
          <a:endParaRPr lang="en-US" sz="16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47CFC2F3-D7E9-4CE1-85C2-49821F857BB7}" type="parTrans" cxnId="{F55159FF-D3FE-408A-B30D-56522F83E88B}">
      <dgm:prSet/>
      <dgm:spPr/>
      <dgm:t>
        <a:bodyPr/>
        <a:lstStyle/>
        <a:p>
          <a:endParaRPr lang="en-US" sz="2000"/>
        </a:p>
      </dgm:t>
    </dgm:pt>
    <dgm:pt modelId="{30349B18-C8CF-4699-B9C7-B89CC2795E61}" type="sibTrans" cxnId="{F55159FF-D3FE-408A-B30D-56522F83E88B}">
      <dgm:prSet/>
      <dgm:spPr/>
      <dgm:t>
        <a:bodyPr/>
        <a:lstStyle/>
        <a:p>
          <a:endParaRPr lang="en-US" sz="2000"/>
        </a:p>
      </dgm:t>
    </dgm:pt>
    <dgm:pt modelId="{F6BF85B4-379A-450C-9D4C-C5A3C85C3ECE}">
      <dgm:prSet custT="1"/>
      <dgm:spPr/>
      <dgm:t>
        <a:bodyPr/>
        <a:lstStyle/>
        <a:p>
          <a:r>
            <a:rPr lang="ru-RU" sz="1600" dirty="0">
              <a:solidFill>
                <a:schemeClr val="tx1">
                  <a:lumMod val="75000"/>
                  <a:lumOff val="25000"/>
                </a:schemeClr>
              </a:solidFill>
            </a:rPr>
            <a:t>Тактильная</a:t>
          </a:r>
          <a:endParaRPr lang="en-US" sz="18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DCEAE84-B784-4710-8A2D-FC7824A00C7C}" type="parTrans" cxnId="{C5E42A5B-F3BC-47EB-B874-3F495B825AD7}">
      <dgm:prSet/>
      <dgm:spPr/>
      <dgm:t>
        <a:bodyPr/>
        <a:lstStyle/>
        <a:p>
          <a:endParaRPr lang="en-US" sz="2000"/>
        </a:p>
      </dgm:t>
    </dgm:pt>
    <dgm:pt modelId="{CB2D12B2-FBD4-461C-B4C7-EC9779EADD83}" type="sibTrans" cxnId="{C5E42A5B-F3BC-47EB-B874-3F495B825AD7}">
      <dgm:prSet/>
      <dgm:spPr/>
      <dgm:t>
        <a:bodyPr/>
        <a:lstStyle/>
        <a:p>
          <a:endParaRPr lang="en-US" sz="2000"/>
        </a:p>
      </dgm:t>
    </dgm:pt>
    <dgm:pt modelId="{591A0357-C413-4EE7-8DF2-B2A763D25D15}">
      <dgm:prSet custT="1"/>
      <dgm:spPr/>
      <dgm:t>
        <a:bodyPr/>
        <a:lstStyle/>
        <a:p>
          <a:r>
            <a:rPr lang="ru-RU" sz="1600" dirty="0">
              <a:solidFill>
                <a:schemeClr val="tx1">
                  <a:lumMod val="75000"/>
                  <a:lumOff val="25000"/>
                </a:schemeClr>
              </a:solidFill>
            </a:rPr>
            <a:t>Обонятельная</a:t>
          </a:r>
          <a:endParaRPr lang="en-US" sz="16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BE16A05-14E9-4F61-AEF0-0E492A991F4B}" type="parTrans" cxnId="{6A03469F-0361-442A-92FA-CD84CF3B8750}">
      <dgm:prSet/>
      <dgm:spPr/>
      <dgm:t>
        <a:bodyPr/>
        <a:lstStyle/>
        <a:p>
          <a:endParaRPr lang="en-US" sz="2000"/>
        </a:p>
      </dgm:t>
    </dgm:pt>
    <dgm:pt modelId="{3531C65A-0776-444A-8611-183B0E112479}" type="sibTrans" cxnId="{6A03469F-0361-442A-92FA-CD84CF3B8750}">
      <dgm:prSet/>
      <dgm:spPr/>
      <dgm:t>
        <a:bodyPr/>
        <a:lstStyle/>
        <a:p>
          <a:endParaRPr lang="en-US" sz="2000"/>
        </a:p>
      </dgm:t>
    </dgm:pt>
    <dgm:pt modelId="{52BAA77B-C6FA-CB4B-838B-9FFE5D282065}" type="pres">
      <dgm:prSet presAssocID="{64F98948-3320-4B7F-80FB-AB1137B5078B}" presName="Name0" presStyleCnt="0">
        <dgm:presLayoutVars>
          <dgm:dir/>
          <dgm:resizeHandles val="exact"/>
        </dgm:presLayoutVars>
      </dgm:prSet>
      <dgm:spPr/>
    </dgm:pt>
    <dgm:pt modelId="{9C40E17B-9450-7742-BC2D-E5219F2ECB22}" type="pres">
      <dgm:prSet presAssocID="{15F858BE-12F3-4653-B340-0B188B98203C}" presName="Name5" presStyleLbl="vennNode1" presStyleIdx="0" presStyleCnt="5">
        <dgm:presLayoutVars>
          <dgm:bulletEnabled val="1"/>
        </dgm:presLayoutVars>
      </dgm:prSet>
      <dgm:spPr/>
    </dgm:pt>
    <dgm:pt modelId="{03B16FE9-38F5-3147-92DC-ED3738B175A5}" type="pres">
      <dgm:prSet presAssocID="{BAF7F54C-54BB-4E32-A3BE-70FDDE1ACC7A}" presName="space" presStyleCnt="0"/>
      <dgm:spPr/>
    </dgm:pt>
    <dgm:pt modelId="{5DEE9D32-C962-414F-8371-D3F310F6B736}" type="pres">
      <dgm:prSet presAssocID="{18935234-F39B-4F64-9D3E-ECC198090598}" presName="Name5" presStyleLbl="vennNode1" presStyleIdx="1" presStyleCnt="5">
        <dgm:presLayoutVars>
          <dgm:bulletEnabled val="1"/>
        </dgm:presLayoutVars>
      </dgm:prSet>
      <dgm:spPr/>
    </dgm:pt>
    <dgm:pt modelId="{3C4D2E5F-A3EE-D142-8612-E5DC0C39BBA4}" type="pres">
      <dgm:prSet presAssocID="{A80C0A60-9866-4750-AF50-82E6D30D27C4}" presName="space" presStyleCnt="0"/>
      <dgm:spPr/>
    </dgm:pt>
    <dgm:pt modelId="{AA0826E1-DD9D-461B-B02B-FA10C3D94D8E}" type="pres">
      <dgm:prSet presAssocID="{F6BF85B4-379A-450C-9D4C-C5A3C85C3ECE}" presName="Name5" presStyleLbl="vennNode1" presStyleIdx="2" presStyleCnt="5">
        <dgm:presLayoutVars>
          <dgm:bulletEnabled val="1"/>
        </dgm:presLayoutVars>
      </dgm:prSet>
      <dgm:spPr/>
    </dgm:pt>
    <dgm:pt modelId="{9F5ABCB5-BDEA-4467-9497-FC35C4C8CD2E}" type="pres">
      <dgm:prSet presAssocID="{CB2D12B2-FBD4-461C-B4C7-EC9779EADD83}" presName="space" presStyleCnt="0"/>
      <dgm:spPr/>
    </dgm:pt>
    <dgm:pt modelId="{356E52F7-379E-4A76-9306-5A863451CE15}" type="pres">
      <dgm:prSet presAssocID="{591A0357-C413-4EE7-8DF2-B2A763D25D15}" presName="Name5" presStyleLbl="vennNode1" presStyleIdx="3" presStyleCnt="5">
        <dgm:presLayoutVars>
          <dgm:bulletEnabled val="1"/>
        </dgm:presLayoutVars>
      </dgm:prSet>
      <dgm:spPr/>
    </dgm:pt>
    <dgm:pt modelId="{C3048E09-964D-4B91-883C-61CE61F1161A}" type="pres">
      <dgm:prSet presAssocID="{3531C65A-0776-444A-8611-183B0E112479}" presName="space" presStyleCnt="0"/>
      <dgm:spPr/>
    </dgm:pt>
    <dgm:pt modelId="{EF018C71-7BEA-4A69-9B83-F7F6DED4BEC6}" type="pres">
      <dgm:prSet presAssocID="{177B0E6C-B138-42E8-B5AC-1DAF2705372C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71045C35-E4CA-7248-A1BF-29A64ED88ABA}" type="presOf" srcId="{64F98948-3320-4B7F-80FB-AB1137B5078B}" destId="{52BAA77B-C6FA-CB4B-838B-9FFE5D282065}" srcOrd="0" destOrd="0" presId="urn:microsoft.com/office/officeart/2005/8/layout/venn3"/>
    <dgm:cxn modelId="{91D2593C-7D74-43E8-BC24-122A9C83402E}" srcId="{64F98948-3320-4B7F-80FB-AB1137B5078B}" destId="{18935234-F39B-4F64-9D3E-ECC198090598}" srcOrd="1" destOrd="0" parTransId="{B6CB3CF8-E647-4BD2-92CD-1EEA584C5221}" sibTransId="{A80C0A60-9866-4750-AF50-82E6D30D27C4}"/>
    <dgm:cxn modelId="{C5E42A5B-F3BC-47EB-B874-3F495B825AD7}" srcId="{64F98948-3320-4B7F-80FB-AB1137B5078B}" destId="{F6BF85B4-379A-450C-9D4C-C5A3C85C3ECE}" srcOrd="2" destOrd="0" parTransId="{5DCEAE84-B784-4710-8A2D-FC7824A00C7C}" sibTransId="{CB2D12B2-FBD4-461C-B4C7-EC9779EADD83}"/>
    <dgm:cxn modelId="{02D65347-532C-1A47-A4B4-83CF4D5B8AD7}" type="presOf" srcId="{15F858BE-12F3-4653-B340-0B188B98203C}" destId="{9C40E17B-9450-7742-BC2D-E5219F2ECB22}" srcOrd="0" destOrd="0" presId="urn:microsoft.com/office/officeart/2005/8/layout/venn3"/>
    <dgm:cxn modelId="{6F0D9A47-681A-2641-99D2-0B20F0B34241}" type="presOf" srcId="{18935234-F39B-4F64-9D3E-ECC198090598}" destId="{5DEE9D32-C962-414F-8371-D3F310F6B736}" srcOrd="0" destOrd="0" presId="urn:microsoft.com/office/officeart/2005/8/layout/venn3"/>
    <dgm:cxn modelId="{EAFF3E97-7027-4B52-B982-EB82284CB314}" type="presOf" srcId="{591A0357-C413-4EE7-8DF2-B2A763D25D15}" destId="{356E52F7-379E-4A76-9306-5A863451CE15}" srcOrd="0" destOrd="0" presId="urn:microsoft.com/office/officeart/2005/8/layout/venn3"/>
    <dgm:cxn modelId="{6A03469F-0361-442A-92FA-CD84CF3B8750}" srcId="{64F98948-3320-4B7F-80FB-AB1137B5078B}" destId="{591A0357-C413-4EE7-8DF2-B2A763D25D15}" srcOrd="3" destOrd="0" parTransId="{EBE16A05-14E9-4F61-AEF0-0E492A991F4B}" sibTransId="{3531C65A-0776-444A-8611-183B0E112479}"/>
    <dgm:cxn modelId="{4B6BD8B3-A2AF-48F5-876B-CF8A2943752E}" type="presOf" srcId="{177B0E6C-B138-42E8-B5AC-1DAF2705372C}" destId="{EF018C71-7BEA-4A69-9B83-F7F6DED4BEC6}" srcOrd="0" destOrd="0" presId="urn:microsoft.com/office/officeart/2005/8/layout/venn3"/>
    <dgm:cxn modelId="{372B0DE4-CAF5-4291-A851-4CEDD8D2F1A6}" type="presOf" srcId="{F6BF85B4-379A-450C-9D4C-C5A3C85C3ECE}" destId="{AA0826E1-DD9D-461B-B02B-FA10C3D94D8E}" srcOrd="0" destOrd="0" presId="urn:microsoft.com/office/officeart/2005/8/layout/venn3"/>
    <dgm:cxn modelId="{DEBC30EA-F307-450A-9FE0-DE38E709B7C6}" srcId="{64F98948-3320-4B7F-80FB-AB1137B5078B}" destId="{15F858BE-12F3-4653-B340-0B188B98203C}" srcOrd="0" destOrd="0" parTransId="{A18FFBF8-8B7D-40D4-A330-31FF915469FD}" sibTransId="{BAF7F54C-54BB-4E32-A3BE-70FDDE1ACC7A}"/>
    <dgm:cxn modelId="{F55159FF-D3FE-408A-B30D-56522F83E88B}" srcId="{64F98948-3320-4B7F-80FB-AB1137B5078B}" destId="{177B0E6C-B138-42E8-B5AC-1DAF2705372C}" srcOrd="4" destOrd="0" parTransId="{47CFC2F3-D7E9-4CE1-85C2-49821F857BB7}" sibTransId="{30349B18-C8CF-4699-B9C7-B89CC2795E61}"/>
    <dgm:cxn modelId="{98D87B17-55AC-384A-80D4-808C7319C859}" type="presParOf" srcId="{52BAA77B-C6FA-CB4B-838B-9FFE5D282065}" destId="{9C40E17B-9450-7742-BC2D-E5219F2ECB22}" srcOrd="0" destOrd="0" presId="urn:microsoft.com/office/officeart/2005/8/layout/venn3"/>
    <dgm:cxn modelId="{8B72A41C-73F6-C749-B10F-A6BAFC4652D2}" type="presParOf" srcId="{52BAA77B-C6FA-CB4B-838B-9FFE5D282065}" destId="{03B16FE9-38F5-3147-92DC-ED3738B175A5}" srcOrd="1" destOrd="0" presId="urn:microsoft.com/office/officeart/2005/8/layout/venn3"/>
    <dgm:cxn modelId="{81E1F023-A3E2-D248-8E23-4D2148367C14}" type="presParOf" srcId="{52BAA77B-C6FA-CB4B-838B-9FFE5D282065}" destId="{5DEE9D32-C962-414F-8371-D3F310F6B736}" srcOrd="2" destOrd="0" presId="urn:microsoft.com/office/officeart/2005/8/layout/venn3"/>
    <dgm:cxn modelId="{A2B9711C-7B84-3C47-8FF2-3246E9110BCD}" type="presParOf" srcId="{52BAA77B-C6FA-CB4B-838B-9FFE5D282065}" destId="{3C4D2E5F-A3EE-D142-8612-E5DC0C39BBA4}" srcOrd="3" destOrd="0" presId="urn:microsoft.com/office/officeart/2005/8/layout/venn3"/>
    <dgm:cxn modelId="{5271F8A2-2DA4-49F1-9BE3-7E9ACA8412B9}" type="presParOf" srcId="{52BAA77B-C6FA-CB4B-838B-9FFE5D282065}" destId="{AA0826E1-DD9D-461B-B02B-FA10C3D94D8E}" srcOrd="4" destOrd="0" presId="urn:microsoft.com/office/officeart/2005/8/layout/venn3"/>
    <dgm:cxn modelId="{A26BFE36-C9DC-43B3-8E86-E4DA4AD38C55}" type="presParOf" srcId="{52BAA77B-C6FA-CB4B-838B-9FFE5D282065}" destId="{9F5ABCB5-BDEA-4467-9497-FC35C4C8CD2E}" srcOrd="5" destOrd="0" presId="urn:microsoft.com/office/officeart/2005/8/layout/venn3"/>
    <dgm:cxn modelId="{8C8C9B1D-20C9-4DBE-8DD6-CC6A19446E03}" type="presParOf" srcId="{52BAA77B-C6FA-CB4B-838B-9FFE5D282065}" destId="{356E52F7-379E-4A76-9306-5A863451CE15}" srcOrd="6" destOrd="0" presId="urn:microsoft.com/office/officeart/2005/8/layout/venn3"/>
    <dgm:cxn modelId="{88290336-CF60-4888-9D15-E4BEC9173AC8}" type="presParOf" srcId="{52BAA77B-C6FA-CB4B-838B-9FFE5D282065}" destId="{C3048E09-964D-4B91-883C-61CE61F1161A}" srcOrd="7" destOrd="0" presId="urn:microsoft.com/office/officeart/2005/8/layout/venn3"/>
    <dgm:cxn modelId="{60F9AFD9-497D-4DC0-BABB-A2DEFDF40D07}" type="presParOf" srcId="{52BAA77B-C6FA-CB4B-838B-9FFE5D282065}" destId="{EF018C71-7BEA-4A69-9B83-F7F6DED4BEC6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DF21BB-7D60-438D-BE77-562628DD19E7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B815EE3D-0F49-48ED-8D27-35752ED3C6CD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ru-RU" dirty="0"/>
            <a:t>Текстовая информация</a:t>
          </a:r>
          <a:endParaRPr lang="en-US" dirty="0"/>
        </a:p>
      </dgm:t>
    </dgm:pt>
    <dgm:pt modelId="{12B05AB9-36FE-45B0-B1DA-002D28AE96CD}" type="parTrans" cxnId="{74F53691-0A05-4951-A2C0-2D7FCF47F64F}">
      <dgm:prSet/>
      <dgm:spPr/>
      <dgm:t>
        <a:bodyPr/>
        <a:lstStyle/>
        <a:p>
          <a:endParaRPr lang="en-US"/>
        </a:p>
      </dgm:t>
    </dgm:pt>
    <dgm:pt modelId="{E2261012-E089-44C8-AAE0-2094179EFD47}" type="sibTrans" cxnId="{74F53691-0A05-4951-A2C0-2D7FCF47F64F}">
      <dgm:prSet/>
      <dgm:spPr/>
      <dgm:t>
        <a:bodyPr/>
        <a:lstStyle/>
        <a:p>
          <a:endParaRPr lang="en-US"/>
        </a:p>
      </dgm:t>
    </dgm:pt>
    <dgm:pt modelId="{0ED83670-E70A-486D-B8A2-F2A9003C11F3}">
      <dgm:prSet phldrT="[Text]"/>
      <dgm:spPr/>
      <dgm:t>
        <a:bodyPr/>
        <a:lstStyle/>
        <a:p>
          <a:r>
            <a:rPr lang="ru-RU" dirty="0"/>
            <a:t>Аудио информация</a:t>
          </a:r>
          <a:endParaRPr lang="en-US" dirty="0"/>
        </a:p>
      </dgm:t>
    </dgm:pt>
    <dgm:pt modelId="{0F96B50E-4B30-49EE-9CF7-EE7500AC9F92}" type="parTrans" cxnId="{008AC958-53FD-425F-B56A-AD2A9EE51190}">
      <dgm:prSet/>
      <dgm:spPr/>
      <dgm:t>
        <a:bodyPr/>
        <a:lstStyle/>
        <a:p>
          <a:endParaRPr lang="en-US"/>
        </a:p>
      </dgm:t>
    </dgm:pt>
    <dgm:pt modelId="{24BFECFC-BD39-4552-82BD-F5945CF9973C}" type="sibTrans" cxnId="{008AC958-53FD-425F-B56A-AD2A9EE51190}">
      <dgm:prSet/>
      <dgm:spPr/>
      <dgm:t>
        <a:bodyPr/>
        <a:lstStyle/>
        <a:p>
          <a:endParaRPr lang="en-US"/>
        </a:p>
      </dgm:t>
    </dgm:pt>
    <dgm:pt modelId="{1B49BEA5-DA60-438C-8240-DC236ABD0F88}">
      <dgm:prSet phldrT="[Text]"/>
      <dgm:spPr/>
      <dgm:t>
        <a:bodyPr/>
        <a:lstStyle/>
        <a:p>
          <a:r>
            <a:rPr lang="ru-RU" dirty="0"/>
            <a:t>Графическая информация</a:t>
          </a:r>
          <a:endParaRPr lang="en-US" dirty="0"/>
        </a:p>
      </dgm:t>
    </dgm:pt>
    <dgm:pt modelId="{262896C4-3413-4D48-89CA-C47EEA08A216}" type="parTrans" cxnId="{03335577-258A-46E3-AA0F-4842329A1120}">
      <dgm:prSet/>
      <dgm:spPr/>
      <dgm:t>
        <a:bodyPr/>
        <a:lstStyle/>
        <a:p>
          <a:endParaRPr lang="en-US"/>
        </a:p>
      </dgm:t>
    </dgm:pt>
    <dgm:pt modelId="{F8849934-ACFC-4B5A-8262-BF4BF3109479}" type="sibTrans" cxnId="{03335577-258A-46E3-AA0F-4842329A1120}">
      <dgm:prSet/>
      <dgm:spPr/>
      <dgm:t>
        <a:bodyPr/>
        <a:lstStyle/>
        <a:p>
          <a:endParaRPr lang="en-US"/>
        </a:p>
      </dgm:t>
    </dgm:pt>
    <dgm:pt modelId="{654910F9-2B7A-4149-ADE2-8FD3F9438E37}">
      <dgm:prSet phldrT="[Text]"/>
      <dgm:spPr/>
      <dgm:t>
        <a:bodyPr/>
        <a:lstStyle/>
        <a:p>
          <a:r>
            <a:rPr lang="ru-RU" dirty="0"/>
            <a:t>Видео информация</a:t>
          </a:r>
          <a:endParaRPr lang="en-US" dirty="0"/>
        </a:p>
      </dgm:t>
    </dgm:pt>
    <dgm:pt modelId="{B4BA59E2-1FCD-4C50-BFD9-402693B9FE32}" type="parTrans" cxnId="{2629697C-BC6D-443B-B98F-B39C66385E1D}">
      <dgm:prSet/>
      <dgm:spPr/>
      <dgm:t>
        <a:bodyPr/>
        <a:lstStyle/>
        <a:p>
          <a:endParaRPr lang="en-US"/>
        </a:p>
      </dgm:t>
    </dgm:pt>
    <dgm:pt modelId="{CF23D339-1CC0-4137-A96D-A0798D39BC76}" type="sibTrans" cxnId="{2629697C-BC6D-443B-B98F-B39C66385E1D}">
      <dgm:prSet/>
      <dgm:spPr/>
      <dgm:t>
        <a:bodyPr/>
        <a:lstStyle/>
        <a:p>
          <a:endParaRPr lang="en-US"/>
        </a:p>
      </dgm:t>
    </dgm:pt>
    <dgm:pt modelId="{F812FDE2-FE09-4F79-8C6C-302DDAB23681}" type="pres">
      <dgm:prSet presAssocID="{15DF21BB-7D60-438D-BE77-562628DD19E7}" presName="linear" presStyleCnt="0">
        <dgm:presLayoutVars>
          <dgm:dir/>
          <dgm:animLvl val="lvl"/>
          <dgm:resizeHandles val="exact"/>
        </dgm:presLayoutVars>
      </dgm:prSet>
      <dgm:spPr/>
    </dgm:pt>
    <dgm:pt modelId="{A715A60A-2738-4317-9A81-00E7F939AFE8}" type="pres">
      <dgm:prSet presAssocID="{B815EE3D-0F49-48ED-8D27-35752ED3C6CD}" presName="parentLin" presStyleCnt="0"/>
      <dgm:spPr/>
    </dgm:pt>
    <dgm:pt modelId="{AB7257A9-4754-489A-A3C8-1E25D2C2FBB7}" type="pres">
      <dgm:prSet presAssocID="{B815EE3D-0F49-48ED-8D27-35752ED3C6CD}" presName="parentLeftMargin" presStyleLbl="node1" presStyleIdx="0" presStyleCnt="4"/>
      <dgm:spPr/>
    </dgm:pt>
    <dgm:pt modelId="{2C8F4065-FE97-4B58-85EC-395215254EEC}" type="pres">
      <dgm:prSet presAssocID="{B815EE3D-0F49-48ED-8D27-35752ED3C6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DAE049-5645-469E-A8DF-FFF6139D0896}" type="pres">
      <dgm:prSet presAssocID="{B815EE3D-0F49-48ED-8D27-35752ED3C6CD}" presName="negativeSpace" presStyleCnt="0"/>
      <dgm:spPr/>
    </dgm:pt>
    <dgm:pt modelId="{10E0E730-8C72-4C17-ADB9-0AB0F6DEE81B}" type="pres">
      <dgm:prSet presAssocID="{B815EE3D-0F49-48ED-8D27-35752ED3C6CD}" presName="childText" presStyleLbl="conFgAcc1" presStyleIdx="0" presStyleCnt="4">
        <dgm:presLayoutVars>
          <dgm:bulletEnabled val="1"/>
        </dgm:presLayoutVars>
      </dgm:prSet>
      <dgm:spPr/>
    </dgm:pt>
    <dgm:pt modelId="{F5F36787-77C1-4D47-B9DC-7263609C275A}" type="pres">
      <dgm:prSet presAssocID="{E2261012-E089-44C8-AAE0-2094179EFD47}" presName="spaceBetweenRectangles" presStyleCnt="0"/>
      <dgm:spPr/>
    </dgm:pt>
    <dgm:pt modelId="{5B48ED71-CEE9-400F-875B-02F5A956D7E4}" type="pres">
      <dgm:prSet presAssocID="{0ED83670-E70A-486D-B8A2-F2A9003C11F3}" presName="parentLin" presStyleCnt="0"/>
      <dgm:spPr/>
    </dgm:pt>
    <dgm:pt modelId="{5D76B7A4-20E0-4BFB-85DA-02BD57F1C457}" type="pres">
      <dgm:prSet presAssocID="{0ED83670-E70A-486D-B8A2-F2A9003C11F3}" presName="parentLeftMargin" presStyleLbl="node1" presStyleIdx="0" presStyleCnt="4"/>
      <dgm:spPr/>
    </dgm:pt>
    <dgm:pt modelId="{603B41BA-8B14-4AD5-BFAF-3AF3CC617F0A}" type="pres">
      <dgm:prSet presAssocID="{0ED83670-E70A-486D-B8A2-F2A9003C11F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E7D865-86AA-4F64-B8AC-4775DDEB9AF8}" type="pres">
      <dgm:prSet presAssocID="{0ED83670-E70A-486D-B8A2-F2A9003C11F3}" presName="negativeSpace" presStyleCnt="0"/>
      <dgm:spPr/>
    </dgm:pt>
    <dgm:pt modelId="{E1CE0A01-17A3-43A7-9369-DB31CB51D4A2}" type="pres">
      <dgm:prSet presAssocID="{0ED83670-E70A-486D-B8A2-F2A9003C11F3}" presName="childText" presStyleLbl="conFgAcc1" presStyleIdx="1" presStyleCnt="4">
        <dgm:presLayoutVars>
          <dgm:bulletEnabled val="1"/>
        </dgm:presLayoutVars>
      </dgm:prSet>
      <dgm:spPr/>
    </dgm:pt>
    <dgm:pt modelId="{45D8D809-3AF5-4F4C-A4CB-8FC22A65C26E}" type="pres">
      <dgm:prSet presAssocID="{24BFECFC-BD39-4552-82BD-F5945CF9973C}" presName="spaceBetweenRectangles" presStyleCnt="0"/>
      <dgm:spPr/>
    </dgm:pt>
    <dgm:pt modelId="{90F1F15B-1FBB-43E0-985A-2BDFEE0E16D0}" type="pres">
      <dgm:prSet presAssocID="{1B49BEA5-DA60-438C-8240-DC236ABD0F88}" presName="parentLin" presStyleCnt="0"/>
      <dgm:spPr/>
    </dgm:pt>
    <dgm:pt modelId="{F636E28A-BBAD-4DFB-BA8C-60AAE949E3EA}" type="pres">
      <dgm:prSet presAssocID="{1B49BEA5-DA60-438C-8240-DC236ABD0F88}" presName="parentLeftMargin" presStyleLbl="node1" presStyleIdx="1" presStyleCnt="4"/>
      <dgm:spPr/>
    </dgm:pt>
    <dgm:pt modelId="{EC42421A-FAAE-470C-BC3E-145863EDC2A8}" type="pres">
      <dgm:prSet presAssocID="{1B49BEA5-DA60-438C-8240-DC236ABD0F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F6C536A-C4DE-405F-AF69-C7052180CC21}" type="pres">
      <dgm:prSet presAssocID="{1B49BEA5-DA60-438C-8240-DC236ABD0F88}" presName="negativeSpace" presStyleCnt="0"/>
      <dgm:spPr/>
    </dgm:pt>
    <dgm:pt modelId="{AFFFB5D2-D24A-4CE1-B7A1-9BDE1F5A5893}" type="pres">
      <dgm:prSet presAssocID="{1B49BEA5-DA60-438C-8240-DC236ABD0F88}" presName="childText" presStyleLbl="conFgAcc1" presStyleIdx="2" presStyleCnt="4">
        <dgm:presLayoutVars>
          <dgm:bulletEnabled val="1"/>
        </dgm:presLayoutVars>
      </dgm:prSet>
      <dgm:spPr/>
    </dgm:pt>
    <dgm:pt modelId="{C80E1663-E4F0-47ED-9CF2-F1388FF3A49C}" type="pres">
      <dgm:prSet presAssocID="{F8849934-ACFC-4B5A-8262-BF4BF3109479}" presName="spaceBetweenRectangles" presStyleCnt="0"/>
      <dgm:spPr/>
    </dgm:pt>
    <dgm:pt modelId="{AA69A8C4-4923-4018-B4E8-0EE89CFA8FFC}" type="pres">
      <dgm:prSet presAssocID="{654910F9-2B7A-4149-ADE2-8FD3F9438E37}" presName="parentLin" presStyleCnt="0"/>
      <dgm:spPr/>
    </dgm:pt>
    <dgm:pt modelId="{03DAF61F-593B-47D7-9E67-CBD3DAF0CD76}" type="pres">
      <dgm:prSet presAssocID="{654910F9-2B7A-4149-ADE2-8FD3F9438E37}" presName="parentLeftMargin" presStyleLbl="node1" presStyleIdx="2" presStyleCnt="4"/>
      <dgm:spPr/>
    </dgm:pt>
    <dgm:pt modelId="{B3BBFE39-3195-4FF3-9582-1C6C932971B0}" type="pres">
      <dgm:prSet presAssocID="{654910F9-2B7A-4149-ADE2-8FD3F9438E3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578E315-B050-44EB-97BC-A23FF78B5570}" type="pres">
      <dgm:prSet presAssocID="{654910F9-2B7A-4149-ADE2-8FD3F9438E37}" presName="negativeSpace" presStyleCnt="0"/>
      <dgm:spPr/>
    </dgm:pt>
    <dgm:pt modelId="{381E9000-7A13-4D74-A5B9-EF4373FA1FC4}" type="pres">
      <dgm:prSet presAssocID="{654910F9-2B7A-4149-ADE2-8FD3F9438E3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CCCB021-5573-4D58-9402-89F7A482B0EE}" type="presOf" srcId="{0ED83670-E70A-486D-B8A2-F2A9003C11F3}" destId="{603B41BA-8B14-4AD5-BFAF-3AF3CC617F0A}" srcOrd="1" destOrd="0" presId="urn:microsoft.com/office/officeart/2005/8/layout/list1"/>
    <dgm:cxn modelId="{B2D8AD68-AC4A-48E1-B501-8BCF16C2B0C2}" type="presOf" srcId="{B815EE3D-0F49-48ED-8D27-35752ED3C6CD}" destId="{2C8F4065-FE97-4B58-85EC-395215254EEC}" srcOrd="1" destOrd="0" presId="urn:microsoft.com/office/officeart/2005/8/layout/list1"/>
    <dgm:cxn modelId="{6E335B6B-88D1-4248-B668-DD692196208A}" type="presOf" srcId="{B815EE3D-0F49-48ED-8D27-35752ED3C6CD}" destId="{AB7257A9-4754-489A-A3C8-1E25D2C2FBB7}" srcOrd="0" destOrd="0" presId="urn:microsoft.com/office/officeart/2005/8/layout/list1"/>
    <dgm:cxn modelId="{4755416D-0F1D-4BA7-8EB4-562C5011F7BF}" type="presOf" srcId="{654910F9-2B7A-4149-ADE2-8FD3F9438E37}" destId="{03DAF61F-593B-47D7-9E67-CBD3DAF0CD76}" srcOrd="0" destOrd="0" presId="urn:microsoft.com/office/officeart/2005/8/layout/list1"/>
    <dgm:cxn modelId="{6632496D-41AA-450A-B759-5A8464D2E9D4}" type="presOf" srcId="{0ED83670-E70A-486D-B8A2-F2A9003C11F3}" destId="{5D76B7A4-20E0-4BFB-85DA-02BD57F1C457}" srcOrd="0" destOrd="0" presId="urn:microsoft.com/office/officeart/2005/8/layout/list1"/>
    <dgm:cxn modelId="{03335577-258A-46E3-AA0F-4842329A1120}" srcId="{15DF21BB-7D60-438D-BE77-562628DD19E7}" destId="{1B49BEA5-DA60-438C-8240-DC236ABD0F88}" srcOrd="2" destOrd="0" parTransId="{262896C4-3413-4D48-89CA-C47EEA08A216}" sibTransId="{F8849934-ACFC-4B5A-8262-BF4BF3109479}"/>
    <dgm:cxn modelId="{008AC958-53FD-425F-B56A-AD2A9EE51190}" srcId="{15DF21BB-7D60-438D-BE77-562628DD19E7}" destId="{0ED83670-E70A-486D-B8A2-F2A9003C11F3}" srcOrd="1" destOrd="0" parTransId="{0F96B50E-4B30-49EE-9CF7-EE7500AC9F92}" sibTransId="{24BFECFC-BD39-4552-82BD-F5945CF9973C}"/>
    <dgm:cxn modelId="{2629697C-BC6D-443B-B98F-B39C66385E1D}" srcId="{15DF21BB-7D60-438D-BE77-562628DD19E7}" destId="{654910F9-2B7A-4149-ADE2-8FD3F9438E37}" srcOrd="3" destOrd="0" parTransId="{B4BA59E2-1FCD-4C50-BFD9-402693B9FE32}" sibTransId="{CF23D339-1CC0-4137-A96D-A0798D39BC76}"/>
    <dgm:cxn modelId="{336A8F7F-2BB3-4B85-A54F-43271735FE0E}" type="presOf" srcId="{654910F9-2B7A-4149-ADE2-8FD3F9438E37}" destId="{B3BBFE39-3195-4FF3-9582-1C6C932971B0}" srcOrd="1" destOrd="0" presId="urn:microsoft.com/office/officeart/2005/8/layout/list1"/>
    <dgm:cxn modelId="{1EBA2B89-3EEC-4863-A29A-579362A0F2C0}" type="presOf" srcId="{15DF21BB-7D60-438D-BE77-562628DD19E7}" destId="{F812FDE2-FE09-4F79-8C6C-302DDAB23681}" srcOrd="0" destOrd="0" presId="urn:microsoft.com/office/officeart/2005/8/layout/list1"/>
    <dgm:cxn modelId="{74F53691-0A05-4951-A2C0-2D7FCF47F64F}" srcId="{15DF21BB-7D60-438D-BE77-562628DD19E7}" destId="{B815EE3D-0F49-48ED-8D27-35752ED3C6CD}" srcOrd="0" destOrd="0" parTransId="{12B05AB9-36FE-45B0-B1DA-002D28AE96CD}" sibTransId="{E2261012-E089-44C8-AAE0-2094179EFD47}"/>
    <dgm:cxn modelId="{CF59E7CB-95B6-472F-8544-4526F121A1E7}" type="presOf" srcId="{1B49BEA5-DA60-438C-8240-DC236ABD0F88}" destId="{EC42421A-FAAE-470C-BC3E-145863EDC2A8}" srcOrd="1" destOrd="0" presId="urn:microsoft.com/office/officeart/2005/8/layout/list1"/>
    <dgm:cxn modelId="{33B2A4E5-E264-4DCE-B99A-A4266FBEF2F0}" type="presOf" srcId="{1B49BEA5-DA60-438C-8240-DC236ABD0F88}" destId="{F636E28A-BBAD-4DFB-BA8C-60AAE949E3EA}" srcOrd="0" destOrd="0" presId="urn:microsoft.com/office/officeart/2005/8/layout/list1"/>
    <dgm:cxn modelId="{7E1141ED-C82F-4438-865C-B105ECBEB50F}" type="presParOf" srcId="{F812FDE2-FE09-4F79-8C6C-302DDAB23681}" destId="{A715A60A-2738-4317-9A81-00E7F939AFE8}" srcOrd="0" destOrd="0" presId="urn:microsoft.com/office/officeart/2005/8/layout/list1"/>
    <dgm:cxn modelId="{84CC331E-F794-4894-B586-8ADD086A3667}" type="presParOf" srcId="{A715A60A-2738-4317-9A81-00E7F939AFE8}" destId="{AB7257A9-4754-489A-A3C8-1E25D2C2FBB7}" srcOrd="0" destOrd="0" presId="urn:microsoft.com/office/officeart/2005/8/layout/list1"/>
    <dgm:cxn modelId="{77F2452E-ADAF-4BF4-BC5E-843F4E9F90E1}" type="presParOf" srcId="{A715A60A-2738-4317-9A81-00E7F939AFE8}" destId="{2C8F4065-FE97-4B58-85EC-395215254EEC}" srcOrd="1" destOrd="0" presId="urn:microsoft.com/office/officeart/2005/8/layout/list1"/>
    <dgm:cxn modelId="{B89BF8C8-3419-4A0C-8439-5469AA0EF796}" type="presParOf" srcId="{F812FDE2-FE09-4F79-8C6C-302DDAB23681}" destId="{85DAE049-5645-469E-A8DF-FFF6139D0896}" srcOrd="1" destOrd="0" presId="urn:microsoft.com/office/officeart/2005/8/layout/list1"/>
    <dgm:cxn modelId="{B7C998A3-41CD-4967-A2C5-C81270A1ADC0}" type="presParOf" srcId="{F812FDE2-FE09-4F79-8C6C-302DDAB23681}" destId="{10E0E730-8C72-4C17-ADB9-0AB0F6DEE81B}" srcOrd="2" destOrd="0" presId="urn:microsoft.com/office/officeart/2005/8/layout/list1"/>
    <dgm:cxn modelId="{596DEF22-5E6D-4AC2-A328-A485EE8122DF}" type="presParOf" srcId="{F812FDE2-FE09-4F79-8C6C-302DDAB23681}" destId="{F5F36787-77C1-4D47-B9DC-7263609C275A}" srcOrd="3" destOrd="0" presId="urn:microsoft.com/office/officeart/2005/8/layout/list1"/>
    <dgm:cxn modelId="{5F7328BF-CC4F-4B10-AC7E-A9DA9264B61F}" type="presParOf" srcId="{F812FDE2-FE09-4F79-8C6C-302DDAB23681}" destId="{5B48ED71-CEE9-400F-875B-02F5A956D7E4}" srcOrd="4" destOrd="0" presId="urn:microsoft.com/office/officeart/2005/8/layout/list1"/>
    <dgm:cxn modelId="{C6BC3477-BC54-4B22-95B1-D8EEA72DE5AB}" type="presParOf" srcId="{5B48ED71-CEE9-400F-875B-02F5A956D7E4}" destId="{5D76B7A4-20E0-4BFB-85DA-02BD57F1C457}" srcOrd="0" destOrd="0" presId="urn:microsoft.com/office/officeart/2005/8/layout/list1"/>
    <dgm:cxn modelId="{1723C17D-E5AA-4324-97AE-FC19D4EFED4A}" type="presParOf" srcId="{5B48ED71-CEE9-400F-875B-02F5A956D7E4}" destId="{603B41BA-8B14-4AD5-BFAF-3AF3CC617F0A}" srcOrd="1" destOrd="0" presId="urn:microsoft.com/office/officeart/2005/8/layout/list1"/>
    <dgm:cxn modelId="{DE1EEB3A-6352-4D13-9278-E8AB25748D93}" type="presParOf" srcId="{F812FDE2-FE09-4F79-8C6C-302DDAB23681}" destId="{54E7D865-86AA-4F64-B8AC-4775DDEB9AF8}" srcOrd="5" destOrd="0" presId="urn:microsoft.com/office/officeart/2005/8/layout/list1"/>
    <dgm:cxn modelId="{13E7EE46-5FE5-4AB0-92CE-175F8A11E15A}" type="presParOf" srcId="{F812FDE2-FE09-4F79-8C6C-302DDAB23681}" destId="{E1CE0A01-17A3-43A7-9369-DB31CB51D4A2}" srcOrd="6" destOrd="0" presId="urn:microsoft.com/office/officeart/2005/8/layout/list1"/>
    <dgm:cxn modelId="{404EAAE9-1CDC-473C-86E7-8D96AA923802}" type="presParOf" srcId="{F812FDE2-FE09-4F79-8C6C-302DDAB23681}" destId="{45D8D809-3AF5-4F4C-A4CB-8FC22A65C26E}" srcOrd="7" destOrd="0" presId="urn:microsoft.com/office/officeart/2005/8/layout/list1"/>
    <dgm:cxn modelId="{9D574A94-8FFB-41EA-8F47-4BEC33C03C7C}" type="presParOf" srcId="{F812FDE2-FE09-4F79-8C6C-302DDAB23681}" destId="{90F1F15B-1FBB-43E0-985A-2BDFEE0E16D0}" srcOrd="8" destOrd="0" presId="urn:microsoft.com/office/officeart/2005/8/layout/list1"/>
    <dgm:cxn modelId="{C5A75EB6-BAE5-48EC-9EDB-AE72A3F8035D}" type="presParOf" srcId="{90F1F15B-1FBB-43E0-985A-2BDFEE0E16D0}" destId="{F636E28A-BBAD-4DFB-BA8C-60AAE949E3EA}" srcOrd="0" destOrd="0" presId="urn:microsoft.com/office/officeart/2005/8/layout/list1"/>
    <dgm:cxn modelId="{429F4961-690C-4C9E-9C0F-C97BADF68F48}" type="presParOf" srcId="{90F1F15B-1FBB-43E0-985A-2BDFEE0E16D0}" destId="{EC42421A-FAAE-470C-BC3E-145863EDC2A8}" srcOrd="1" destOrd="0" presId="urn:microsoft.com/office/officeart/2005/8/layout/list1"/>
    <dgm:cxn modelId="{B56E239A-C15D-48FD-8AAB-7C4681DD7507}" type="presParOf" srcId="{F812FDE2-FE09-4F79-8C6C-302DDAB23681}" destId="{1F6C536A-C4DE-405F-AF69-C7052180CC21}" srcOrd="9" destOrd="0" presId="urn:microsoft.com/office/officeart/2005/8/layout/list1"/>
    <dgm:cxn modelId="{92627F16-34D3-4DBF-A29D-D02CD4DFB68B}" type="presParOf" srcId="{F812FDE2-FE09-4F79-8C6C-302DDAB23681}" destId="{AFFFB5D2-D24A-4CE1-B7A1-9BDE1F5A5893}" srcOrd="10" destOrd="0" presId="urn:microsoft.com/office/officeart/2005/8/layout/list1"/>
    <dgm:cxn modelId="{03586171-F467-433A-8F41-84C3D666D75B}" type="presParOf" srcId="{F812FDE2-FE09-4F79-8C6C-302DDAB23681}" destId="{C80E1663-E4F0-47ED-9CF2-F1388FF3A49C}" srcOrd="11" destOrd="0" presId="urn:microsoft.com/office/officeart/2005/8/layout/list1"/>
    <dgm:cxn modelId="{DAE24C20-0A37-4ADA-ADB0-2744D94D06A6}" type="presParOf" srcId="{F812FDE2-FE09-4F79-8C6C-302DDAB23681}" destId="{AA69A8C4-4923-4018-B4E8-0EE89CFA8FFC}" srcOrd="12" destOrd="0" presId="urn:microsoft.com/office/officeart/2005/8/layout/list1"/>
    <dgm:cxn modelId="{4E1F5799-E9FD-4732-A904-D2395077F8BF}" type="presParOf" srcId="{AA69A8C4-4923-4018-B4E8-0EE89CFA8FFC}" destId="{03DAF61F-593B-47D7-9E67-CBD3DAF0CD76}" srcOrd="0" destOrd="0" presId="urn:microsoft.com/office/officeart/2005/8/layout/list1"/>
    <dgm:cxn modelId="{4F59BA3A-5FAF-4071-A98F-DE0DBE1966F9}" type="presParOf" srcId="{AA69A8C4-4923-4018-B4E8-0EE89CFA8FFC}" destId="{B3BBFE39-3195-4FF3-9582-1C6C932971B0}" srcOrd="1" destOrd="0" presId="urn:microsoft.com/office/officeart/2005/8/layout/list1"/>
    <dgm:cxn modelId="{56E6E6AB-0203-4557-BAE9-3633F5A5A714}" type="presParOf" srcId="{F812FDE2-FE09-4F79-8C6C-302DDAB23681}" destId="{F578E315-B050-44EB-97BC-A23FF78B5570}" srcOrd="13" destOrd="0" presId="urn:microsoft.com/office/officeart/2005/8/layout/list1"/>
    <dgm:cxn modelId="{EB8CC967-A60E-4FD7-A7E8-BE3FF7CB51DC}" type="presParOf" srcId="{F812FDE2-FE09-4F79-8C6C-302DDAB23681}" destId="{381E9000-7A13-4D74-A5B9-EF4373FA1FC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F8B911-FBB4-4A41-BDE2-0CB80105D47C}" type="doc">
      <dgm:prSet loTypeId="urn:microsoft.com/office/officeart/2005/8/layout/hierarchy4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4FDCC6-9BE4-4A5E-AFC5-130BD0A998C0}">
      <dgm:prSet phldrT="[Text]"/>
      <dgm:spPr/>
      <dgm:t>
        <a:bodyPr/>
        <a:lstStyle/>
        <a:p>
          <a:r>
            <a:rPr lang="ru-RU" dirty="0"/>
            <a:t>Виды шкал измерений</a:t>
          </a:r>
        </a:p>
      </dgm:t>
    </dgm:pt>
    <dgm:pt modelId="{1FD13A7B-0574-4B74-81E4-83AA80E6CBE2}" type="parTrans" cxnId="{7C75D07E-8281-4B1F-BB21-1D7337DAE796}">
      <dgm:prSet/>
      <dgm:spPr/>
      <dgm:t>
        <a:bodyPr/>
        <a:lstStyle/>
        <a:p>
          <a:endParaRPr lang="en-US"/>
        </a:p>
      </dgm:t>
    </dgm:pt>
    <dgm:pt modelId="{44D4AC7E-C199-4F0C-B8BF-C5DB8BE73A72}" type="sibTrans" cxnId="{7C75D07E-8281-4B1F-BB21-1D7337DAE796}">
      <dgm:prSet/>
      <dgm:spPr/>
      <dgm:t>
        <a:bodyPr/>
        <a:lstStyle/>
        <a:p>
          <a:endParaRPr lang="en-US"/>
        </a:p>
      </dgm:t>
    </dgm:pt>
    <dgm:pt modelId="{10C65456-CB50-460F-9B37-8F2BFCC5A4FE}">
      <dgm:prSet phldrT="[Text]"/>
      <dgm:spPr/>
      <dgm:t>
        <a:bodyPr/>
        <a:lstStyle/>
        <a:p>
          <a:r>
            <a:rPr lang="ru-RU" dirty="0"/>
            <a:t>Условные шкалы</a:t>
          </a:r>
          <a:endParaRPr lang="en-US" dirty="0"/>
        </a:p>
      </dgm:t>
    </dgm:pt>
    <dgm:pt modelId="{F476B603-1FE8-442C-8D44-BC4B72AC5F05}" type="parTrans" cxnId="{65552642-E33A-4F93-AB48-21B04C456DAE}">
      <dgm:prSet/>
      <dgm:spPr/>
      <dgm:t>
        <a:bodyPr/>
        <a:lstStyle/>
        <a:p>
          <a:endParaRPr lang="en-US"/>
        </a:p>
      </dgm:t>
    </dgm:pt>
    <dgm:pt modelId="{D7ECED06-80CB-4DA3-8F5E-B019821ACF94}" type="sibTrans" cxnId="{65552642-E33A-4F93-AB48-21B04C456DAE}">
      <dgm:prSet/>
      <dgm:spPr/>
      <dgm:t>
        <a:bodyPr/>
        <a:lstStyle/>
        <a:p>
          <a:endParaRPr lang="en-US"/>
        </a:p>
      </dgm:t>
    </dgm:pt>
    <dgm:pt modelId="{A491A240-CC99-429C-8CD4-F12903CDB752}">
      <dgm:prSet phldrT="[Text]"/>
      <dgm:spPr/>
      <dgm:t>
        <a:bodyPr/>
        <a:lstStyle/>
        <a:p>
          <a:r>
            <a:rPr lang="ru-RU" dirty="0"/>
            <a:t>Шкалы наименований</a:t>
          </a:r>
          <a:endParaRPr lang="en-US" dirty="0"/>
        </a:p>
      </dgm:t>
    </dgm:pt>
    <dgm:pt modelId="{3D8D1BC2-99F6-4FDE-9783-0CD325586606}" type="parTrans" cxnId="{54F24724-150C-4CD5-88EC-4D452CB361A7}">
      <dgm:prSet/>
      <dgm:spPr/>
      <dgm:t>
        <a:bodyPr/>
        <a:lstStyle/>
        <a:p>
          <a:endParaRPr lang="en-US"/>
        </a:p>
      </dgm:t>
    </dgm:pt>
    <dgm:pt modelId="{DE113A0D-A5BB-46E1-A01A-01103E2B97A5}" type="sibTrans" cxnId="{54F24724-150C-4CD5-88EC-4D452CB361A7}">
      <dgm:prSet/>
      <dgm:spPr/>
      <dgm:t>
        <a:bodyPr/>
        <a:lstStyle/>
        <a:p>
          <a:endParaRPr lang="en-US"/>
        </a:p>
      </dgm:t>
    </dgm:pt>
    <dgm:pt modelId="{73E714D5-F606-4BBC-BAE7-2CBD1DC8F977}">
      <dgm:prSet phldrT="[Text]"/>
      <dgm:spPr/>
      <dgm:t>
        <a:bodyPr/>
        <a:lstStyle/>
        <a:p>
          <a:r>
            <a:rPr lang="ru-RU" dirty="0"/>
            <a:t>Шкалы порядка</a:t>
          </a:r>
          <a:endParaRPr lang="en-US" dirty="0"/>
        </a:p>
      </dgm:t>
    </dgm:pt>
    <dgm:pt modelId="{48363C07-1EB0-4813-8065-726611EE43DF}" type="parTrans" cxnId="{51FD0655-C5DD-480F-A647-2F70F4EBB782}">
      <dgm:prSet/>
      <dgm:spPr/>
      <dgm:t>
        <a:bodyPr/>
        <a:lstStyle/>
        <a:p>
          <a:endParaRPr lang="en-US"/>
        </a:p>
      </dgm:t>
    </dgm:pt>
    <dgm:pt modelId="{F346D80A-3ADF-4872-BC1A-B3E97EA99CBA}" type="sibTrans" cxnId="{51FD0655-C5DD-480F-A647-2F70F4EBB782}">
      <dgm:prSet/>
      <dgm:spPr/>
      <dgm:t>
        <a:bodyPr/>
        <a:lstStyle/>
        <a:p>
          <a:endParaRPr lang="en-US"/>
        </a:p>
      </dgm:t>
    </dgm:pt>
    <dgm:pt modelId="{F50D6798-C444-4FF7-8560-D691EBD406BC}">
      <dgm:prSet phldrT="[Text]"/>
      <dgm:spPr/>
      <dgm:t>
        <a:bodyPr/>
        <a:lstStyle/>
        <a:p>
          <a:r>
            <a:rPr lang="ru-RU" dirty="0"/>
            <a:t>Метрические шкалы</a:t>
          </a:r>
        </a:p>
      </dgm:t>
    </dgm:pt>
    <dgm:pt modelId="{56783025-C4CA-49E7-A6AF-11148A9A38F6}" type="parTrans" cxnId="{D396A801-F6D1-4FCA-9B2B-7B494819236A}">
      <dgm:prSet/>
      <dgm:spPr/>
      <dgm:t>
        <a:bodyPr/>
        <a:lstStyle/>
        <a:p>
          <a:endParaRPr lang="en-US"/>
        </a:p>
      </dgm:t>
    </dgm:pt>
    <dgm:pt modelId="{B6D1A736-BADB-440B-8728-88B94A10F538}" type="sibTrans" cxnId="{D396A801-F6D1-4FCA-9B2B-7B494819236A}">
      <dgm:prSet/>
      <dgm:spPr/>
      <dgm:t>
        <a:bodyPr/>
        <a:lstStyle/>
        <a:p>
          <a:endParaRPr lang="en-US"/>
        </a:p>
      </dgm:t>
    </dgm:pt>
    <dgm:pt modelId="{50E10C58-5549-432F-B472-B3C378A1ABFD}">
      <dgm:prSet phldrT="[Text]"/>
      <dgm:spPr/>
      <dgm:t>
        <a:bodyPr/>
        <a:lstStyle/>
        <a:p>
          <a:r>
            <a:rPr lang="ru-RU" dirty="0"/>
            <a:t>Шкалы интервалов</a:t>
          </a:r>
        </a:p>
      </dgm:t>
    </dgm:pt>
    <dgm:pt modelId="{3EAE1343-9D8B-4E59-8FC9-1252883735AF}" type="parTrans" cxnId="{BB5289ED-BDE8-42FF-B350-878DB2D8A511}">
      <dgm:prSet/>
      <dgm:spPr/>
      <dgm:t>
        <a:bodyPr/>
        <a:lstStyle/>
        <a:p>
          <a:endParaRPr lang="en-US"/>
        </a:p>
      </dgm:t>
    </dgm:pt>
    <dgm:pt modelId="{73665D53-F9AE-4FC1-8D14-A4ABA30EED42}" type="sibTrans" cxnId="{BB5289ED-BDE8-42FF-B350-878DB2D8A511}">
      <dgm:prSet/>
      <dgm:spPr/>
      <dgm:t>
        <a:bodyPr/>
        <a:lstStyle/>
        <a:p>
          <a:endParaRPr lang="en-US"/>
        </a:p>
      </dgm:t>
    </dgm:pt>
    <dgm:pt modelId="{F085FD24-04D4-489A-9C22-A5FDFDB574F0}">
      <dgm:prSet phldrT="[Text]"/>
      <dgm:spPr/>
      <dgm:t>
        <a:bodyPr/>
        <a:lstStyle/>
        <a:p>
          <a:r>
            <a:rPr lang="ru-RU" dirty="0"/>
            <a:t>Шкалы отношений</a:t>
          </a:r>
        </a:p>
      </dgm:t>
    </dgm:pt>
    <dgm:pt modelId="{BAF799A4-A39B-4221-8FCC-A0C6308316D8}" type="parTrans" cxnId="{631EA913-E9BF-4561-A376-9887EDB9F714}">
      <dgm:prSet/>
      <dgm:spPr/>
      <dgm:t>
        <a:bodyPr/>
        <a:lstStyle/>
        <a:p>
          <a:endParaRPr lang="en-US"/>
        </a:p>
      </dgm:t>
    </dgm:pt>
    <dgm:pt modelId="{A3ED2A47-1E32-4147-A189-EFC2810245AC}" type="sibTrans" cxnId="{631EA913-E9BF-4561-A376-9887EDB9F714}">
      <dgm:prSet/>
      <dgm:spPr/>
      <dgm:t>
        <a:bodyPr/>
        <a:lstStyle/>
        <a:p>
          <a:endParaRPr lang="en-US"/>
        </a:p>
      </dgm:t>
    </dgm:pt>
    <dgm:pt modelId="{F5B92AC8-8C67-4CF1-BB5E-60019BC0E35F}">
      <dgm:prSet phldrT="[Text]"/>
      <dgm:spPr/>
      <dgm:t>
        <a:bodyPr/>
        <a:lstStyle/>
        <a:p>
          <a:r>
            <a:rPr lang="ru-RU" dirty="0"/>
            <a:t>Абсолютные шкалы</a:t>
          </a:r>
        </a:p>
      </dgm:t>
    </dgm:pt>
    <dgm:pt modelId="{B30DB0A0-1F80-421D-AF99-AFA1C0113BDE}" type="parTrans" cxnId="{86EBA874-7EEC-4F8A-AFBF-845758E4FA45}">
      <dgm:prSet/>
      <dgm:spPr/>
      <dgm:t>
        <a:bodyPr/>
        <a:lstStyle/>
        <a:p>
          <a:endParaRPr lang="en-US"/>
        </a:p>
      </dgm:t>
    </dgm:pt>
    <dgm:pt modelId="{CC7BFBFE-8CA6-46E7-B42A-64DF38A88F01}" type="sibTrans" cxnId="{86EBA874-7EEC-4F8A-AFBF-845758E4FA45}">
      <dgm:prSet/>
      <dgm:spPr/>
      <dgm:t>
        <a:bodyPr/>
        <a:lstStyle/>
        <a:p>
          <a:endParaRPr lang="en-US"/>
        </a:p>
      </dgm:t>
    </dgm:pt>
    <dgm:pt modelId="{6EE45483-A3EB-47D3-97EC-EFF66A963D3B}" type="pres">
      <dgm:prSet presAssocID="{09F8B911-FBB4-4A41-BDE2-0CB80105D47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43110E2-4847-4D54-B6FD-52D42EAFB193}" type="pres">
      <dgm:prSet presAssocID="{984FDCC6-9BE4-4A5E-AFC5-130BD0A998C0}" presName="vertOne" presStyleCnt="0"/>
      <dgm:spPr/>
    </dgm:pt>
    <dgm:pt modelId="{69921AE2-D14E-4A31-BB5B-A8FE7E45A540}" type="pres">
      <dgm:prSet presAssocID="{984FDCC6-9BE4-4A5E-AFC5-130BD0A998C0}" presName="txOne" presStyleLbl="node0" presStyleIdx="0" presStyleCnt="1">
        <dgm:presLayoutVars>
          <dgm:chPref val="3"/>
        </dgm:presLayoutVars>
      </dgm:prSet>
      <dgm:spPr/>
    </dgm:pt>
    <dgm:pt modelId="{6EAD2858-3D69-4352-9900-CD0231969B89}" type="pres">
      <dgm:prSet presAssocID="{984FDCC6-9BE4-4A5E-AFC5-130BD0A998C0}" presName="parTransOne" presStyleCnt="0"/>
      <dgm:spPr/>
    </dgm:pt>
    <dgm:pt modelId="{CF3E3658-7F37-4DD5-9674-26D399F6830E}" type="pres">
      <dgm:prSet presAssocID="{984FDCC6-9BE4-4A5E-AFC5-130BD0A998C0}" presName="horzOne" presStyleCnt="0"/>
      <dgm:spPr/>
    </dgm:pt>
    <dgm:pt modelId="{53A39C88-2930-488E-9687-8828905C78D7}" type="pres">
      <dgm:prSet presAssocID="{F50D6798-C444-4FF7-8560-D691EBD406BC}" presName="vertTwo" presStyleCnt="0"/>
      <dgm:spPr/>
    </dgm:pt>
    <dgm:pt modelId="{92E71F8F-6350-44F0-912D-DDDC243587A2}" type="pres">
      <dgm:prSet presAssocID="{F50D6798-C444-4FF7-8560-D691EBD406BC}" presName="txTwo" presStyleLbl="node2" presStyleIdx="0" presStyleCnt="2">
        <dgm:presLayoutVars>
          <dgm:chPref val="3"/>
        </dgm:presLayoutVars>
      </dgm:prSet>
      <dgm:spPr/>
    </dgm:pt>
    <dgm:pt modelId="{A6A6F17D-317D-4BE8-854C-E3AD2E6681B7}" type="pres">
      <dgm:prSet presAssocID="{F50D6798-C444-4FF7-8560-D691EBD406BC}" presName="parTransTwo" presStyleCnt="0"/>
      <dgm:spPr/>
    </dgm:pt>
    <dgm:pt modelId="{E41D2D71-1D9C-459F-9F9B-CBF115357920}" type="pres">
      <dgm:prSet presAssocID="{F50D6798-C444-4FF7-8560-D691EBD406BC}" presName="horzTwo" presStyleCnt="0"/>
      <dgm:spPr/>
    </dgm:pt>
    <dgm:pt modelId="{303F7115-576B-4FF4-B0FE-8EDB2BBA0509}" type="pres">
      <dgm:prSet presAssocID="{50E10C58-5549-432F-B472-B3C378A1ABFD}" presName="vertThree" presStyleCnt="0"/>
      <dgm:spPr/>
    </dgm:pt>
    <dgm:pt modelId="{78CE7CC3-BDDD-4D20-BC6B-724D67161DFB}" type="pres">
      <dgm:prSet presAssocID="{50E10C58-5549-432F-B472-B3C378A1ABFD}" presName="txThree" presStyleLbl="node3" presStyleIdx="0" presStyleCnt="5">
        <dgm:presLayoutVars>
          <dgm:chPref val="3"/>
        </dgm:presLayoutVars>
      </dgm:prSet>
      <dgm:spPr/>
    </dgm:pt>
    <dgm:pt modelId="{C954E121-4EEB-42E1-97B0-28A8C2E7DD47}" type="pres">
      <dgm:prSet presAssocID="{50E10C58-5549-432F-B472-B3C378A1ABFD}" presName="horzThree" presStyleCnt="0"/>
      <dgm:spPr/>
    </dgm:pt>
    <dgm:pt modelId="{F4E9C214-7F3A-4676-99F9-D8A357FAC22E}" type="pres">
      <dgm:prSet presAssocID="{73665D53-F9AE-4FC1-8D14-A4ABA30EED42}" presName="sibSpaceThree" presStyleCnt="0"/>
      <dgm:spPr/>
    </dgm:pt>
    <dgm:pt modelId="{E9537246-8CE8-4D35-AAA8-F0E60C760BDF}" type="pres">
      <dgm:prSet presAssocID="{F085FD24-04D4-489A-9C22-A5FDFDB574F0}" presName="vertThree" presStyleCnt="0"/>
      <dgm:spPr/>
    </dgm:pt>
    <dgm:pt modelId="{D8772A3E-3AC0-44B4-A16C-7EB2E9FFA8AA}" type="pres">
      <dgm:prSet presAssocID="{F085FD24-04D4-489A-9C22-A5FDFDB574F0}" presName="txThree" presStyleLbl="node3" presStyleIdx="1" presStyleCnt="5">
        <dgm:presLayoutVars>
          <dgm:chPref val="3"/>
        </dgm:presLayoutVars>
      </dgm:prSet>
      <dgm:spPr/>
    </dgm:pt>
    <dgm:pt modelId="{31D05FAB-B811-488E-80B7-307D6050C3AE}" type="pres">
      <dgm:prSet presAssocID="{F085FD24-04D4-489A-9C22-A5FDFDB574F0}" presName="horzThree" presStyleCnt="0"/>
      <dgm:spPr/>
    </dgm:pt>
    <dgm:pt modelId="{96A3086E-0940-441D-A719-9DAB1FFE3724}" type="pres">
      <dgm:prSet presAssocID="{A3ED2A47-1E32-4147-A189-EFC2810245AC}" presName="sibSpaceThree" presStyleCnt="0"/>
      <dgm:spPr/>
    </dgm:pt>
    <dgm:pt modelId="{DE40EC0E-4BC4-4548-95E0-5699DCD9EBA0}" type="pres">
      <dgm:prSet presAssocID="{F5B92AC8-8C67-4CF1-BB5E-60019BC0E35F}" presName="vertThree" presStyleCnt="0"/>
      <dgm:spPr/>
    </dgm:pt>
    <dgm:pt modelId="{E8EEF9D8-2AA1-46D2-B34F-A4511027CC36}" type="pres">
      <dgm:prSet presAssocID="{F5B92AC8-8C67-4CF1-BB5E-60019BC0E35F}" presName="txThree" presStyleLbl="node3" presStyleIdx="2" presStyleCnt="5">
        <dgm:presLayoutVars>
          <dgm:chPref val="3"/>
        </dgm:presLayoutVars>
      </dgm:prSet>
      <dgm:spPr/>
    </dgm:pt>
    <dgm:pt modelId="{E1DD6856-CD10-44A3-A88E-700277281BB6}" type="pres">
      <dgm:prSet presAssocID="{F5B92AC8-8C67-4CF1-BB5E-60019BC0E35F}" presName="horzThree" presStyleCnt="0"/>
      <dgm:spPr/>
    </dgm:pt>
    <dgm:pt modelId="{3A621F9E-A671-4689-8F43-E9475F318789}" type="pres">
      <dgm:prSet presAssocID="{B6D1A736-BADB-440B-8728-88B94A10F538}" presName="sibSpaceTwo" presStyleCnt="0"/>
      <dgm:spPr/>
    </dgm:pt>
    <dgm:pt modelId="{B1CA0106-3273-4A8B-9700-097DBF4CEAC2}" type="pres">
      <dgm:prSet presAssocID="{10C65456-CB50-460F-9B37-8F2BFCC5A4FE}" presName="vertTwo" presStyleCnt="0"/>
      <dgm:spPr/>
    </dgm:pt>
    <dgm:pt modelId="{8F5E731E-D9EC-48CA-BDAC-D4CD2BA75F92}" type="pres">
      <dgm:prSet presAssocID="{10C65456-CB50-460F-9B37-8F2BFCC5A4FE}" presName="txTwo" presStyleLbl="node2" presStyleIdx="1" presStyleCnt="2">
        <dgm:presLayoutVars>
          <dgm:chPref val="3"/>
        </dgm:presLayoutVars>
      </dgm:prSet>
      <dgm:spPr/>
    </dgm:pt>
    <dgm:pt modelId="{6CB34138-B451-49BC-9E49-54888755580E}" type="pres">
      <dgm:prSet presAssocID="{10C65456-CB50-460F-9B37-8F2BFCC5A4FE}" presName="parTransTwo" presStyleCnt="0"/>
      <dgm:spPr/>
    </dgm:pt>
    <dgm:pt modelId="{0C474508-90D1-430E-8F12-9DFDB2E1A32D}" type="pres">
      <dgm:prSet presAssocID="{10C65456-CB50-460F-9B37-8F2BFCC5A4FE}" presName="horzTwo" presStyleCnt="0"/>
      <dgm:spPr/>
    </dgm:pt>
    <dgm:pt modelId="{7A8C18C0-C1DB-40E1-A06C-7F826244B848}" type="pres">
      <dgm:prSet presAssocID="{A491A240-CC99-429C-8CD4-F12903CDB752}" presName="vertThree" presStyleCnt="0"/>
      <dgm:spPr/>
    </dgm:pt>
    <dgm:pt modelId="{F2F3CBA4-DA1C-4AD4-BB46-957DDA25ADB9}" type="pres">
      <dgm:prSet presAssocID="{A491A240-CC99-429C-8CD4-F12903CDB752}" presName="txThree" presStyleLbl="node3" presStyleIdx="3" presStyleCnt="5">
        <dgm:presLayoutVars>
          <dgm:chPref val="3"/>
        </dgm:presLayoutVars>
      </dgm:prSet>
      <dgm:spPr/>
    </dgm:pt>
    <dgm:pt modelId="{11F0A9D0-FF37-45CB-9AEC-753A4C96B462}" type="pres">
      <dgm:prSet presAssocID="{A491A240-CC99-429C-8CD4-F12903CDB752}" presName="horzThree" presStyleCnt="0"/>
      <dgm:spPr/>
    </dgm:pt>
    <dgm:pt modelId="{9D6EB101-BAF9-4807-B1B4-D07B0D9699EF}" type="pres">
      <dgm:prSet presAssocID="{DE113A0D-A5BB-46E1-A01A-01103E2B97A5}" presName="sibSpaceThree" presStyleCnt="0"/>
      <dgm:spPr/>
    </dgm:pt>
    <dgm:pt modelId="{55C3447D-6607-491A-8BB7-B80D1A6AEA46}" type="pres">
      <dgm:prSet presAssocID="{73E714D5-F606-4BBC-BAE7-2CBD1DC8F977}" presName="vertThree" presStyleCnt="0"/>
      <dgm:spPr/>
    </dgm:pt>
    <dgm:pt modelId="{691DDD25-9ECF-4B58-80C9-905AE9D72F79}" type="pres">
      <dgm:prSet presAssocID="{73E714D5-F606-4BBC-BAE7-2CBD1DC8F977}" presName="txThree" presStyleLbl="node3" presStyleIdx="4" presStyleCnt="5">
        <dgm:presLayoutVars>
          <dgm:chPref val="3"/>
        </dgm:presLayoutVars>
      </dgm:prSet>
      <dgm:spPr/>
    </dgm:pt>
    <dgm:pt modelId="{A099C74B-57CF-4C2C-87B3-6EC4D14080B9}" type="pres">
      <dgm:prSet presAssocID="{73E714D5-F606-4BBC-BAE7-2CBD1DC8F977}" presName="horzThree" presStyleCnt="0"/>
      <dgm:spPr/>
    </dgm:pt>
  </dgm:ptLst>
  <dgm:cxnLst>
    <dgm:cxn modelId="{D396A801-F6D1-4FCA-9B2B-7B494819236A}" srcId="{984FDCC6-9BE4-4A5E-AFC5-130BD0A998C0}" destId="{F50D6798-C444-4FF7-8560-D691EBD406BC}" srcOrd="0" destOrd="0" parTransId="{56783025-C4CA-49E7-A6AF-11148A9A38F6}" sibTransId="{B6D1A736-BADB-440B-8728-88B94A10F538}"/>
    <dgm:cxn modelId="{94A7F505-71D8-4862-A139-0E17DB16C897}" type="presOf" srcId="{984FDCC6-9BE4-4A5E-AFC5-130BD0A998C0}" destId="{69921AE2-D14E-4A31-BB5B-A8FE7E45A540}" srcOrd="0" destOrd="0" presId="urn:microsoft.com/office/officeart/2005/8/layout/hierarchy4"/>
    <dgm:cxn modelId="{631EA913-E9BF-4561-A376-9887EDB9F714}" srcId="{F50D6798-C444-4FF7-8560-D691EBD406BC}" destId="{F085FD24-04D4-489A-9C22-A5FDFDB574F0}" srcOrd="1" destOrd="0" parTransId="{BAF799A4-A39B-4221-8FCC-A0C6308316D8}" sibTransId="{A3ED2A47-1E32-4147-A189-EFC2810245AC}"/>
    <dgm:cxn modelId="{4A6E9217-5053-44DB-B2E0-7D57E4B4DA01}" type="presOf" srcId="{A491A240-CC99-429C-8CD4-F12903CDB752}" destId="{F2F3CBA4-DA1C-4AD4-BB46-957DDA25ADB9}" srcOrd="0" destOrd="0" presId="urn:microsoft.com/office/officeart/2005/8/layout/hierarchy4"/>
    <dgm:cxn modelId="{54F24724-150C-4CD5-88EC-4D452CB361A7}" srcId="{10C65456-CB50-460F-9B37-8F2BFCC5A4FE}" destId="{A491A240-CC99-429C-8CD4-F12903CDB752}" srcOrd="0" destOrd="0" parTransId="{3D8D1BC2-99F6-4FDE-9783-0CD325586606}" sibTransId="{DE113A0D-A5BB-46E1-A01A-01103E2B97A5}"/>
    <dgm:cxn modelId="{65552642-E33A-4F93-AB48-21B04C456DAE}" srcId="{984FDCC6-9BE4-4A5E-AFC5-130BD0A998C0}" destId="{10C65456-CB50-460F-9B37-8F2BFCC5A4FE}" srcOrd="1" destOrd="0" parTransId="{F476B603-1FE8-442C-8D44-BC4B72AC5F05}" sibTransId="{D7ECED06-80CB-4DA3-8F5E-B019821ACF94}"/>
    <dgm:cxn modelId="{25C72151-586D-44EA-9DFC-3415EF9FD703}" type="presOf" srcId="{10C65456-CB50-460F-9B37-8F2BFCC5A4FE}" destId="{8F5E731E-D9EC-48CA-BDAC-D4CD2BA75F92}" srcOrd="0" destOrd="0" presId="urn:microsoft.com/office/officeart/2005/8/layout/hierarchy4"/>
    <dgm:cxn modelId="{C661AE53-39A6-4737-A5EA-FCC06DCFFB41}" type="presOf" srcId="{73E714D5-F606-4BBC-BAE7-2CBD1DC8F977}" destId="{691DDD25-9ECF-4B58-80C9-905AE9D72F79}" srcOrd="0" destOrd="0" presId="urn:microsoft.com/office/officeart/2005/8/layout/hierarchy4"/>
    <dgm:cxn modelId="{86EBA874-7EEC-4F8A-AFBF-845758E4FA45}" srcId="{F50D6798-C444-4FF7-8560-D691EBD406BC}" destId="{F5B92AC8-8C67-4CF1-BB5E-60019BC0E35F}" srcOrd="2" destOrd="0" parTransId="{B30DB0A0-1F80-421D-AF99-AFA1C0113BDE}" sibTransId="{CC7BFBFE-8CA6-46E7-B42A-64DF38A88F01}"/>
    <dgm:cxn modelId="{51FD0655-C5DD-480F-A647-2F70F4EBB782}" srcId="{10C65456-CB50-460F-9B37-8F2BFCC5A4FE}" destId="{73E714D5-F606-4BBC-BAE7-2CBD1DC8F977}" srcOrd="1" destOrd="0" parTransId="{48363C07-1EB0-4813-8065-726611EE43DF}" sibTransId="{F346D80A-3ADF-4872-BC1A-B3E97EA99CBA}"/>
    <dgm:cxn modelId="{7C75D07E-8281-4B1F-BB21-1D7337DAE796}" srcId="{09F8B911-FBB4-4A41-BDE2-0CB80105D47C}" destId="{984FDCC6-9BE4-4A5E-AFC5-130BD0A998C0}" srcOrd="0" destOrd="0" parTransId="{1FD13A7B-0574-4B74-81E4-83AA80E6CBE2}" sibTransId="{44D4AC7E-C199-4F0C-B8BF-C5DB8BE73A72}"/>
    <dgm:cxn modelId="{56294599-D72D-4853-8FC7-0BAB4C933791}" type="presOf" srcId="{50E10C58-5549-432F-B472-B3C378A1ABFD}" destId="{78CE7CC3-BDDD-4D20-BC6B-724D67161DFB}" srcOrd="0" destOrd="0" presId="urn:microsoft.com/office/officeart/2005/8/layout/hierarchy4"/>
    <dgm:cxn modelId="{94BF6D9B-D2B6-427B-ACDE-216407026ADA}" type="presOf" srcId="{F50D6798-C444-4FF7-8560-D691EBD406BC}" destId="{92E71F8F-6350-44F0-912D-DDDC243587A2}" srcOrd="0" destOrd="0" presId="urn:microsoft.com/office/officeart/2005/8/layout/hierarchy4"/>
    <dgm:cxn modelId="{93A7B8AD-2DB9-43E4-8EF8-0E58E9C0F8B7}" type="presOf" srcId="{09F8B911-FBB4-4A41-BDE2-0CB80105D47C}" destId="{6EE45483-A3EB-47D3-97EC-EFF66A963D3B}" srcOrd="0" destOrd="0" presId="urn:microsoft.com/office/officeart/2005/8/layout/hierarchy4"/>
    <dgm:cxn modelId="{504E85BE-B8D1-4EB4-AEB1-E69DF263A911}" type="presOf" srcId="{F5B92AC8-8C67-4CF1-BB5E-60019BC0E35F}" destId="{E8EEF9D8-2AA1-46D2-B34F-A4511027CC36}" srcOrd="0" destOrd="0" presId="urn:microsoft.com/office/officeart/2005/8/layout/hierarchy4"/>
    <dgm:cxn modelId="{7681E2E0-1412-40E0-8BFA-444F1EA6C70A}" type="presOf" srcId="{F085FD24-04D4-489A-9C22-A5FDFDB574F0}" destId="{D8772A3E-3AC0-44B4-A16C-7EB2E9FFA8AA}" srcOrd="0" destOrd="0" presId="urn:microsoft.com/office/officeart/2005/8/layout/hierarchy4"/>
    <dgm:cxn modelId="{BB5289ED-BDE8-42FF-B350-878DB2D8A511}" srcId="{F50D6798-C444-4FF7-8560-D691EBD406BC}" destId="{50E10C58-5549-432F-B472-B3C378A1ABFD}" srcOrd="0" destOrd="0" parTransId="{3EAE1343-9D8B-4E59-8FC9-1252883735AF}" sibTransId="{73665D53-F9AE-4FC1-8D14-A4ABA30EED42}"/>
    <dgm:cxn modelId="{1153C2BC-E276-4D06-947D-743237D34A05}" type="presParOf" srcId="{6EE45483-A3EB-47D3-97EC-EFF66A963D3B}" destId="{F43110E2-4847-4D54-B6FD-52D42EAFB193}" srcOrd="0" destOrd="0" presId="urn:microsoft.com/office/officeart/2005/8/layout/hierarchy4"/>
    <dgm:cxn modelId="{D420D177-9DAE-47C1-B71B-2CA212D79205}" type="presParOf" srcId="{F43110E2-4847-4D54-B6FD-52D42EAFB193}" destId="{69921AE2-D14E-4A31-BB5B-A8FE7E45A540}" srcOrd="0" destOrd="0" presId="urn:microsoft.com/office/officeart/2005/8/layout/hierarchy4"/>
    <dgm:cxn modelId="{988E217B-B334-45CF-9E32-6D68B56DB28B}" type="presParOf" srcId="{F43110E2-4847-4D54-B6FD-52D42EAFB193}" destId="{6EAD2858-3D69-4352-9900-CD0231969B89}" srcOrd="1" destOrd="0" presId="urn:microsoft.com/office/officeart/2005/8/layout/hierarchy4"/>
    <dgm:cxn modelId="{5FBCCB15-7EC4-4FC8-AA45-77089E4CF395}" type="presParOf" srcId="{F43110E2-4847-4D54-B6FD-52D42EAFB193}" destId="{CF3E3658-7F37-4DD5-9674-26D399F6830E}" srcOrd="2" destOrd="0" presId="urn:microsoft.com/office/officeart/2005/8/layout/hierarchy4"/>
    <dgm:cxn modelId="{A8C3D03B-3E1F-42EB-95AD-6151CFD2CA48}" type="presParOf" srcId="{CF3E3658-7F37-4DD5-9674-26D399F6830E}" destId="{53A39C88-2930-488E-9687-8828905C78D7}" srcOrd="0" destOrd="0" presId="urn:microsoft.com/office/officeart/2005/8/layout/hierarchy4"/>
    <dgm:cxn modelId="{1AD0A88B-5C12-45B7-AB3B-D4A561FFC543}" type="presParOf" srcId="{53A39C88-2930-488E-9687-8828905C78D7}" destId="{92E71F8F-6350-44F0-912D-DDDC243587A2}" srcOrd="0" destOrd="0" presId="urn:microsoft.com/office/officeart/2005/8/layout/hierarchy4"/>
    <dgm:cxn modelId="{07252FB5-7490-42D9-951F-CF8018C79AB0}" type="presParOf" srcId="{53A39C88-2930-488E-9687-8828905C78D7}" destId="{A6A6F17D-317D-4BE8-854C-E3AD2E6681B7}" srcOrd="1" destOrd="0" presId="urn:microsoft.com/office/officeart/2005/8/layout/hierarchy4"/>
    <dgm:cxn modelId="{8AA10511-70E0-46A1-9125-10A7B4FEF743}" type="presParOf" srcId="{53A39C88-2930-488E-9687-8828905C78D7}" destId="{E41D2D71-1D9C-459F-9F9B-CBF115357920}" srcOrd="2" destOrd="0" presId="urn:microsoft.com/office/officeart/2005/8/layout/hierarchy4"/>
    <dgm:cxn modelId="{E5174C9F-C3BF-4EEC-A668-EA582A0D74EC}" type="presParOf" srcId="{E41D2D71-1D9C-459F-9F9B-CBF115357920}" destId="{303F7115-576B-4FF4-B0FE-8EDB2BBA0509}" srcOrd="0" destOrd="0" presId="urn:microsoft.com/office/officeart/2005/8/layout/hierarchy4"/>
    <dgm:cxn modelId="{B2AD3699-D281-47E4-A2BA-F6386F301E17}" type="presParOf" srcId="{303F7115-576B-4FF4-B0FE-8EDB2BBA0509}" destId="{78CE7CC3-BDDD-4D20-BC6B-724D67161DFB}" srcOrd="0" destOrd="0" presId="urn:microsoft.com/office/officeart/2005/8/layout/hierarchy4"/>
    <dgm:cxn modelId="{F9A98994-9AA3-4E2B-9DFF-7C1785BB7B58}" type="presParOf" srcId="{303F7115-576B-4FF4-B0FE-8EDB2BBA0509}" destId="{C954E121-4EEB-42E1-97B0-28A8C2E7DD47}" srcOrd="1" destOrd="0" presId="urn:microsoft.com/office/officeart/2005/8/layout/hierarchy4"/>
    <dgm:cxn modelId="{6C3B9675-1961-4206-B81C-B3E8A9714B8C}" type="presParOf" srcId="{E41D2D71-1D9C-459F-9F9B-CBF115357920}" destId="{F4E9C214-7F3A-4676-99F9-D8A357FAC22E}" srcOrd="1" destOrd="0" presId="urn:microsoft.com/office/officeart/2005/8/layout/hierarchy4"/>
    <dgm:cxn modelId="{CE7BAABA-E6E0-4E86-9E6D-3697AD69D03C}" type="presParOf" srcId="{E41D2D71-1D9C-459F-9F9B-CBF115357920}" destId="{E9537246-8CE8-4D35-AAA8-F0E60C760BDF}" srcOrd="2" destOrd="0" presId="urn:microsoft.com/office/officeart/2005/8/layout/hierarchy4"/>
    <dgm:cxn modelId="{0C065B8B-FB63-46EE-9FB2-8F20EE734DB2}" type="presParOf" srcId="{E9537246-8CE8-4D35-AAA8-F0E60C760BDF}" destId="{D8772A3E-3AC0-44B4-A16C-7EB2E9FFA8AA}" srcOrd="0" destOrd="0" presId="urn:microsoft.com/office/officeart/2005/8/layout/hierarchy4"/>
    <dgm:cxn modelId="{533A733D-6316-4521-B61D-BA1D26974DF8}" type="presParOf" srcId="{E9537246-8CE8-4D35-AAA8-F0E60C760BDF}" destId="{31D05FAB-B811-488E-80B7-307D6050C3AE}" srcOrd="1" destOrd="0" presId="urn:microsoft.com/office/officeart/2005/8/layout/hierarchy4"/>
    <dgm:cxn modelId="{AACEE597-DE17-48F4-8A63-CC5F4BD42530}" type="presParOf" srcId="{E41D2D71-1D9C-459F-9F9B-CBF115357920}" destId="{96A3086E-0940-441D-A719-9DAB1FFE3724}" srcOrd="3" destOrd="0" presId="urn:microsoft.com/office/officeart/2005/8/layout/hierarchy4"/>
    <dgm:cxn modelId="{BAD6787C-4C75-427B-8969-D2477D40BB1F}" type="presParOf" srcId="{E41D2D71-1D9C-459F-9F9B-CBF115357920}" destId="{DE40EC0E-4BC4-4548-95E0-5699DCD9EBA0}" srcOrd="4" destOrd="0" presId="urn:microsoft.com/office/officeart/2005/8/layout/hierarchy4"/>
    <dgm:cxn modelId="{9C2FA28C-757B-4395-A9B2-D821E9EF41DD}" type="presParOf" srcId="{DE40EC0E-4BC4-4548-95E0-5699DCD9EBA0}" destId="{E8EEF9D8-2AA1-46D2-B34F-A4511027CC36}" srcOrd="0" destOrd="0" presId="urn:microsoft.com/office/officeart/2005/8/layout/hierarchy4"/>
    <dgm:cxn modelId="{BE6C3E73-9A86-41BF-8296-9B194FAA5348}" type="presParOf" srcId="{DE40EC0E-4BC4-4548-95E0-5699DCD9EBA0}" destId="{E1DD6856-CD10-44A3-A88E-700277281BB6}" srcOrd="1" destOrd="0" presId="urn:microsoft.com/office/officeart/2005/8/layout/hierarchy4"/>
    <dgm:cxn modelId="{3D7270FF-DE41-489E-B668-4C4AB4A5D539}" type="presParOf" srcId="{CF3E3658-7F37-4DD5-9674-26D399F6830E}" destId="{3A621F9E-A671-4689-8F43-E9475F318789}" srcOrd="1" destOrd="0" presId="urn:microsoft.com/office/officeart/2005/8/layout/hierarchy4"/>
    <dgm:cxn modelId="{EF05B09F-E505-427D-90BE-86DB04614C4F}" type="presParOf" srcId="{CF3E3658-7F37-4DD5-9674-26D399F6830E}" destId="{B1CA0106-3273-4A8B-9700-097DBF4CEAC2}" srcOrd="2" destOrd="0" presId="urn:microsoft.com/office/officeart/2005/8/layout/hierarchy4"/>
    <dgm:cxn modelId="{A6DBB407-8E2A-4430-BF0D-BF1144619C1D}" type="presParOf" srcId="{B1CA0106-3273-4A8B-9700-097DBF4CEAC2}" destId="{8F5E731E-D9EC-48CA-BDAC-D4CD2BA75F92}" srcOrd="0" destOrd="0" presId="urn:microsoft.com/office/officeart/2005/8/layout/hierarchy4"/>
    <dgm:cxn modelId="{A0C32169-79CA-4407-8301-AD9B68C395FC}" type="presParOf" srcId="{B1CA0106-3273-4A8B-9700-097DBF4CEAC2}" destId="{6CB34138-B451-49BC-9E49-54888755580E}" srcOrd="1" destOrd="0" presId="urn:microsoft.com/office/officeart/2005/8/layout/hierarchy4"/>
    <dgm:cxn modelId="{56B5D815-3717-4360-8F35-D45C85584285}" type="presParOf" srcId="{B1CA0106-3273-4A8B-9700-097DBF4CEAC2}" destId="{0C474508-90D1-430E-8F12-9DFDB2E1A32D}" srcOrd="2" destOrd="0" presId="urn:microsoft.com/office/officeart/2005/8/layout/hierarchy4"/>
    <dgm:cxn modelId="{97404529-C699-4A98-BD80-EA98A0C1909B}" type="presParOf" srcId="{0C474508-90D1-430E-8F12-9DFDB2E1A32D}" destId="{7A8C18C0-C1DB-40E1-A06C-7F826244B848}" srcOrd="0" destOrd="0" presId="urn:microsoft.com/office/officeart/2005/8/layout/hierarchy4"/>
    <dgm:cxn modelId="{50F44F11-7FA0-4B80-A45E-C0324D8A40AB}" type="presParOf" srcId="{7A8C18C0-C1DB-40E1-A06C-7F826244B848}" destId="{F2F3CBA4-DA1C-4AD4-BB46-957DDA25ADB9}" srcOrd="0" destOrd="0" presId="urn:microsoft.com/office/officeart/2005/8/layout/hierarchy4"/>
    <dgm:cxn modelId="{CE2E2D9B-25A7-4A6E-BEDE-3A4150AAFD91}" type="presParOf" srcId="{7A8C18C0-C1DB-40E1-A06C-7F826244B848}" destId="{11F0A9D0-FF37-45CB-9AEC-753A4C96B462}" srcOrd="1" destOrd="0" presId="urn:microsoft.com/office/officeart/2005/8/layout/hierarchy4"/>
    <dgm:cxn modelId="{A8125F12-4CDF-48B7-8F9E-029431653791}" type="presParOf" srcId="{0C474508-90D1-430E-8F12-9DFDB2E1A32D}" destId="{9D6EB101-BAF9-4807-B1B4-D07B0D9699EF}" srcOrd="1" destOrd="0" presId="urn:microsoft.com/office/officeart/2005/8/layout/hierarchy4"/>
    <dgm:cxn modelId="{CA989982-F003-4759-A389-CF9C54871B88}" type="presParOf" srcId="{0C474508-90D1-430E-8F12-9DFDB2E1A32D}" destId="{55C3447D-6607-491A-8BB7-B80D1A6AEA46}" srcOrd="2" destOrd="0" presId="urn:microsoft.com/office/officeart/2005/8/layout/hierarchy4"/>
    <dgm:cxn modelId="{306755B9-9396-4956-B91C-6DBADD2A1F2F}" type="presParOf" srcId="{55C3447D-6607-491A-8BB7-B80D1A6AEA46}" destId="{691DDD25-9ECF-4B58-80C9-905AE9D72F79}" srcOrd="0" destOrd="0" presId="urn:microsoft.com/office/officeart/2005/8/layout/hierarchy4"/>
    <dgm:cxn modelId="{09E8111C-3F12-41EC-BC86-6B4E551C5CBB}" type="presParOf" srcId="{55C3447D-6607-491A-8BB7-B80D1A6AEA46}" destId="{A099C74B-57CF-4C2C-87B3-6EC4D14080B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AACAE-5E87-4E90-B179-CBE543D9CDAB}">
      <dsp:nvSpPr>
        <dsp:cNvPr id="0" name=""/>
        <dsp:cNvSpPr/>
      </dsp:nvSpPr>
      <dsp:spPr>
        <a:xfrm>
          <a:off x="70337" y="1828"/>
          <a:ext cx="3744009" cy="187037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Сданы все лабораторные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Написаны все тесты</a:t>
          </a:r>
          <a:endParaRPr lang="en-US" sz="1600" kern="1200" dirty="0"/>
        </a:p>
      </dsp:txBody>
      <dsp:txXfrm>
        <a:off x="70337" y="235625"/>
        <a:ext cx="3042617" cy="1402785"/>
      </dsp:txXfrm>
    </dsp:sp>
    <dsp:sp modelId="{E9FF1920-A7C8-479C-8268-7567D3276D72}">
      <dsp:nvSpPr>
        <dsp:cNvPr id="0" name=""/>
        <dsp:cNvSpPr/>
      </dsp:nvSpPr>
      <dsp:spPr>
        <a:xfrm>
          <a:off x="3744009" y="1828"/>
          <a:ext cx="2496006" cy="1870379"/>
        </a:xfrm>
        <a:prstGeom prst="roundRect">
          <a:avLst/>
        </a:prstGeom>
        <a:solidFill>
          <a:schemeClr val="tx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Задача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+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</a:t>
          </a:r>
          <a:r>
            <a:rPr lang="ru-RU" sz="2400" kern="1200" dirty="0"/>
            <a:t> вопроса на зачете</a:t>
          </a:r>
          <a:endParaRPr lang="en-US" sz="2400" kern="1200" dirty="0"/>
        </a:p>
      </dsp:txBody>
      <dsp:txXfrm>
        <a:off x="3835313" y="93132"/>
        <a:ext cx="2313398" cy="16877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0E17B-9450-7742-BC2D-E5219F2ECB22}">
      <dsp:nvSpPr>
        <dsp:cNvPr id="0" name=""/>
        <dsp:cNvSpPr/>
      </dsp:nvSpPr>
      <dsp:spPr>
        <a:xfrm>
          <a:off x="1347" y="551958"/>
          <a:ext cx="2627208" cy="2627208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4584" tIns="22860" rIns="14458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tx1">
                  <a:lumMod val="75000"/>
                  <a:lumOff val="25000"/>
                </a:schemeClr>
              </a:solidFill>
            </a:rPr>
            <a:t>Зрительная </a:t>
          </a:r>
          <a:r>
            <a:rPr lang="ru-RU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(визуальная)</a:t>
          </a:r>
          <a:endParaRPr lang="en-US" sz="18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86093" y="936704"/>
        <a:ext cx="1857716" cy="1857716"/>
      </dsp:txXfrm>
    </dsp:sp>
    <dsp:sp modelId="{5DEE9D32-C962-414F-8371-D3F310F6B736}">
      <dsp:nvSpPr>
        <dsp:cNvPr id="0" name=""/>
        <dsp:cNvSpPr/>
      </dsp:nvSpPr>
      <dsp:spPr>
        <a:xfrm>
          <a:off x="2103113" y="551958"/>
          <a:ext cx="2627208" cy="2627208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4584" tIns="22860" rIns="14458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tx1">
                  <a:lumMod val="75000"/>
                  <a:lumOff val="25000"/>
                </a:schemeClr>
              </a:solidFill>
            </a:rPr>
            <a:t>Звуковая</a:t>
          </a:r>
          <a:endParaRPr lang="en-US" sz="18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487859" y="936704"/>
        <a:ext cx="1857716" cy="1857716"/>
      </dsp:txXfrm>
    </dsp:sp>
    <dsp:sp modelId="{AA0826E1-DD9D-461B-B02B-FA10C3D94D8E}">
      <dsp:nvSpPr>
        <dsp:cNvPr id="0" name=""/>
        <dsp:cNvSpPr/>
      </dsp:nvSpPr>
      <dsp:spPr>
        <a:xfrm>
          <a:off x="4204880" y="551958"/>
          <a:ext cx="2627208" cy="2627208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4584" tIns="20320" rIns="144584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Тактильная</a:t>
          </a:r>
          <a:endParaRPr lang="en-US" sz="18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589626" y="936704"/>
        <a:ext cx="1857716" cy="1857716"/>
      </dsp:txXfrm>
    </dsp:sp>
    <dsp:sp modelId="{356E52F7-379E-4A76-9306-5A863451CE15}">
      <dsp:nvSpPr>
        <dsp:cNvPr id="0" name=""/>
        <dsp:cNvSpPr/>
      </dsp:nvSpPr>
      <dsp:spPr>
        <a:xfrm>
          <a:off x="6306646" y="551958"/>
          <a:ext cx="2627208" cy="2627208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4584" tIns="20320" rIns="144584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Обонятельная</a:t>
          </a:r>
          <a:endParaRPr lang="en-US" sz="1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6691392" y="936704"/>
        <a:ext cx="1857716" cy="1857716"/>
      </dsp:txXfrm>
    </dsp:sp>
    <dsp:sp modelId="{EF018C71-7BEA-4A69-9B83-F7F6DED4BEC6}">
      <dsp:nvSpPr>
        <dsp:cNvPr id="0" name=""/>
        <dsp:cNvSpPr/>
      </dsp:nvSpPr>
      <dsp:spPr>
        <a:xfrm>
          <a:off x="8408413" y="551958"/>
          <a:ext cx="2627208" cy="2627208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4584" tIns="20320" rIns="144584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Вкусовая</a:t>
          </a:r>
          <a:endParaRPr lang="en-US" sz="1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8793159" y="936704"/>
        <a:ext cx="1857716" cy="1857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0E730-8C72-4C17-ADB9-0AB0F6DEE81B}">
      <dsp:nvSpPr>
        <dsp:cNvPr id="0" name=""/>
        <dsp:cNvSpPr/>
      </dsp:nvSpPr>
      <dsp:spPr>
        <a:xfrm>
          <a:off x="0" y="430922"/>
          <a:ext cx="9951720" cy="60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F4065-FE97-4B58-85EC-395215254EEC}">
      <dsp:nvSpPr>
        <dsp:cNvPr id="0" name=""/>
        <dsp:cNvSpPr/>
      </dsp:nvSpPr>
      <dsp:spPr>
        <a:xfrm>
          <a:off x="497586" y="76682"/>
          <a:ext cx="6966204" cy="708480"/>
        </a:xfrm>
        <a:prstGeom prst="roundRect">
          <a:avLst/>
        </a:prstGeom>
        <a:solidFill>
          <a:schemeClr val="lt1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263306" tIns="0" rIns="2633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Текстовая информация</a:t>
          </a:r>
          <a:endParaRPr lang="en-US" sz="2400" kern="1200" dirty="0"/>
        </a:p>
      </dsp:txBody>
      <dsp:txXfrm>
        <a:off x="532171" y="111267"/>
        <a:ext cx="6897034" cy="639310"/>
      </dsp:txXfrm>
    </dsp:sp>
    <dsp:sp modelId="{E1CE0A01-17A3-43A7-9369-DB31CB51D4A2}">
      <dsp:nvSpPr>
        <dsp:cNvPr id="0" name=""/>
        <dsp:cNvSpPr/>
      </dsp:nvSpPr>
      <dsp:spPr>
        <a:xfrm>
          <a:off x="0" y="1519562"/>
          <a:ext cx="9951720" cy="60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B41BA-8B14-4AD5-BFAF-3AF3CC617F0A}">
      <dsp:nvSpPr>
        <dsp:cNvPr id="0" name=""/>
        <dsp:cNvSpPr/>
      </dsp:nvSpPr>
      <dsp:spPr>
        <a:xfrm>
          <a:off x="497586" y="1165322"/>
          <a:ext cx="6966204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306" tIns="0" rIns="2633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Аудио информация</a:t>
          </a:r>
          <a:endParaRPr lang="en-US" sz="2400" kern="1200" dirty="0"/>
        </a:p>
      </dsp:txBody>
      <dsp:txXfrm>
        <a:off x="532171" y="1199907"/>
        <a:ext cx="6897034" cy="639310"/>
      </dsp:txXfrm>
    </dsp:sp>
    <dsp:sp modelId="{AFFFB5D2-D24A-4CE1-B7A1-9BDE1F5A5893}">
      <dsp:nvSpPr>
        <dsp:cNvPr id="0" name=""/>
        <dsp:cNvSpPr/>
      </dsp:nvSpPr>
      <dsp:spPr>
        <a:xfrm>
          <a:off x="0" y="2608202"/>
          <a:ext cx="9951720" cy="60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2421A-FAAE-470C-BC3E-145863EDC2A8}">
      <dsp:nvSpPr>
        <dsp:cNvPr id="0" name=""/>
        <dsp:cNvSpPr/>
      </dsp:nvSpPr>
      <dsp:spPr>
        <a:xfrm>
          <a:off x="497586" y="2253962"/>
          <a:ext cx="6966204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306" tIns="0" rIns="2633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Графическая информация</a:t>
          </a:r>
          <a:endParaRPr lang="en-US" sz="2400" kern="1200" dirty="0"/>
        </a:p>
      </dsp:txBody>
      <dsp:txXfrm>
        <a:off x="532171" y="2288547"/>
        <a:ext cx="6897034" cy="639310"/>
      </dsp:txXfrm>
    </dsp:sp>
    <dsp:sp modelId="{381E9000-7A13-4D74-A5B9-EF4373FA1FC4}">
      <dsp:nvSpPr>
        <dsp:cNvPr id="0" name=""/>
        <dsp:cNvSpPr/>
      </dsp:nvSpPr>
      <dsp:spPr>
        <a:xfrm>
          <a:off x="0" y="3696842"/>
          <a:ext cx="9951720" cy="60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BFE39-3195-4FF3-9582-1C6C932971B0}">
      <dsp:nvSpPr>
        <dsp:cNvPr id="0" name=""/>
        <dsp:cNvSpPr/>
      </dsp:nvSpPr>
      <dsp:spPr>
        <a:xfrm>
          <a:off x="497586" y="3342602"/>
          <a:ext cx="6966204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306" tIns="0" rIns="2633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Видео информация</a:t>
          </a:r>
          <a:endParaRPr lang="en-US" sz="2400" kern="1200" dirty="0"/>
        </a:p>
      </dsp:txBody>
      <dsp:txXfrm>
        <a:off x="532171" y="3377187"/>
        <a:ext cx="6897034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21AE2-D14E-4A31-BB5B-A8FE7E45A540}">
      <dsp:nvSpPr>
        <dsp:cNvPr id="0" name=""/>
        <dsp:cNvSpPr/>
      </dsp:nvSpPr>
      <dsp:spPr>
        <a:xfrm>
          <a:off x="1154" y="1230"/>
          <a:ext cx="10056091" cy="1225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kern="1200" dirty="0"/>
            <a:t>Виды шкал измерений</a:t>
          </a:r>
        </a:p>
      </dsp:txBody>
      <dsp:txXfrm>
        <a:off x="37053" y="37129"/>
        <a:ext cx="9984293" cy="1153876"/>
      </dsp:txXfrm>
    </dsp:sp>
    <dsp:sp modelId="{92E71F8F-6350-44F0-912D-DDDC243587A2}">
      <dsp:nvSpPr>
        <dsp:cNvPr id="0" name=""/>
        <dsp:cNvSpPr/>
      </dsp:nvSpPr>
      <dsp:spPr>
        <a:xfrm>
          <a:off x="1154" y="1398525"/>
          <a:ext cx="5952588" cy="1225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 dirty="0"/>
            <a:t>Метрические шкалы</a:t>
          </a:r>
        </a:p>
      </dsp:txBody>
      <dsp:txXfrm>
        <a:off x="37053" y="1434424"/>
        <a:ext cx="5880790" cy="1153876"/>
      </dsp:txXfrm>
    </dsp:sp>
    <dsp:sp modelId="{78CE7CC3-BDDD-4D20-BC6B-724D67161DFB}">
      <dsp:nvSpPr>
        <dsp:cNvPr id="0" name=""/>
        <dsp:cNvSpPr/>
      </dsp:nvSpPr>
      <dsp:spPr>
        <a:xfrm>
          <a:off x="1154" y="2795820"/>
          <a:ext cx="1930151" cy="1225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Шкалы интервалов</a:t>
          </a:r>
        </a:p>
      </dsp:txBody>
      <dsp:txXfrm>
        <a:off x="37053" y="2831719"/>
        <a:ext cx="1858353" cy="1153876"/>
      </dsp:txXfrm>
    </dsp:sp>
    <dsp:sp modelId="{D8772A3E-3AC0-44B4-A16C-7EB2E9FFA8AA}">
      <dsp:nvSpPr>
        <dsp:cNvPr id="0" name=""/>
        <dsp:cNvSpPr/>
      </dsp:nvSpPr>
      <dsp:spPr>
        <a:xfrm>
          <a:off x="2012372" y="2795820"/>
          <a:ext cx="1930151" cy="1225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Шкалы отношений</a:t>
          </a:r>
        </a:p>
      </dsp:txBody>
      <dsp:txXfrm>
        <a:off x="2048271" y="2831719"/>
        <a:ext cx="1858353" cy="1153876"/>
      </dsp:txXfrm>
    </dsp:sp>
    <dsp:sp modelId="{E8EEF9D8-2AA1-46D2-B34F-A4511027CC36}">
      <dsp:nvSpPr>
        <dsp:cNvPr id="0" name=""/>
        <dsp:cNvSpPr/>
      </dsp:nvSpPr>
      <dsp:spPr>
        <a:xfrm>
          <a:off x="4023590" y="2795820"/>
          <a:ext cx="1930151" cy="1225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Абсолютные шкалы</a:t>
          </a:r>
        </a:p>
      </dsp:txBody>
      <dsp:txXfrm>
        <a:off x="4059489" y="2831719"/>
        <a:ext cx="1858353" cy="1153876"/>
      </dsp:txXfrm>
    </dsp:sp>
    <dsp:sp modelId="{8F5E731E-D9EC-48CA-BDAC-D4CD2BA75F92}">
      <dsp:nvSpPr>
        <dsp:cNvPr id="0" name=""/>
        <dsp:cNvSpPr/>
      </dsp:nvSpPr>
      <dsp:spPr>
        <a:xfrm>
          <a:off x="6115875" y="1398525"/>
          <a:ext cx="3941370" cy="1225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 dirty="0"/>
            <a:t>Условные шкалы</a:t>
          </a:r>
          <a:endParaRPr lang="en-US" sz="3900" kern="1200" dirty="0"/>
        </a:p>
      </dsp:txBody>
      <dsp:txXfrm>
        <a:off x="6151774" y="1434424"/>
        <a:ext cx="3869572" cy="1153876"/>
      </dsp:txXfrm>
    </dsp:sp>
    <dsp:sp modelId="{F2F3CBA4-DA1C-4AD4-BB46-957DDA25ADB9}">
      <dsp:nvSpPr>
        <dsp:cNvPr id="0" name=""/>
        <dsp:cNvSpPr/>
      </dsp:nvSpPr>
      <dsp:spPr>
        <a:xfrm>
          <a:off x="6115875" y="2795820"/>
          <a:ext cx="1930151" cy="1225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Шкалы наименований</a:t>
          </a:r>
          <a:endParaRPr lang="en-US" sz="2000" kern="1200" dirty="0"/>
        </a:p>
      </dsp:txBody>
      <dsp:txXfrm>
        <a:off x="6151774" y="2831719"/>
        <a:ext cx="1858353" cy="1153876"/>
      </dsp:txXfrm>
    </dsp:sp>
    <dsp:sp modelId="{691DDD25-9ECF-4B58-80C9-905AE9D72F79}">
      <dsp:nvSpPr>
        <dsp:cNvPr id="0" name=""/>
        <dsp:cNvSpPr/>
      </dsp:nvSpPr>
      <dsp:spPr>
        <a:xfrm>
          <a:off x="8127093" y="2795820"/>
          <a:ext cx="1930151" cy="1225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Шкалы порядка</a:t>
          </a:r>
          <a:endParaRPr lang="en-US" sz="2000" kern="1200" dirty="0"/>
        </a:p>
      </dsp:txBody>
      <dsp:txXfrm>
        <a:off x="8162992" y="2831719"/>
        <a:ext cx="1858353" cy="1153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A26DC-DDDC-4CC5-A23D-6BEC709730E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DD0B6-1277-41EA-8696-C19CAC991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77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50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70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97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8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4053804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9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4285929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10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825472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11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901924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12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225180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13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856560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14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950520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15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327605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16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650174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17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660229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18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676647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19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844207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20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0259611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21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4142056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22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478462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23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225379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24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953024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25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4160797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733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742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040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3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https://etu.ru/assets/files/Faculty-Fibs/Vvedenie-v-specialnost/Antonyuk.pdf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905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Нефизические в гуманитарных науках ( экономике, философии)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5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049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Шкалы наименований и порядка называют условные</a:t>
            </a:r>
          </a:p>
          <a:p>
            <a:r>
              <a:rPr lang="ru-RU" b="1" dirty="0"/>
              <a:t>(концептуальными), а шкалы интервалов и отношений — метрическими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739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Абсолютная погрешность — погрешность измерения, выраженная в</a:t>
            </a:r>
          </a:p>
          <a:p>
            <a:r>
              <a:rPr lang="ru-RU" b="1" dirty="0"/>
              <a:t>единицах измеряемой величины, соответствует определению.</a:t>
            </a:r>
          </a:p>
          <a:p>
            <a:r>
              <a:rPr lang="ru-RU" b="1" dirty="0"/>
              <a:t>Относительная погрешность — погрешность измерения, выраженная</a:t>
            </a:r>
          </a:p>
          <a:p>
            <a:r>
              <a:rPr lang="ru-RU" b="1" dirty="0"/>
              <a:t>отношением абсолютной погрешности измерения к действительному или</a:t>
            </a:r>
          </a:p>
          <a:p>
            <a:r>
              <a:rPr lang="ru-RU" b="1"/>
              <a:t>измеренному значению измеряемой величины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386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29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554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487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61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67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149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831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014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814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885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647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414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997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0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8B52-A2FB-4328-A9FA-1CD28FA7AA9E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17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9D9271-87A9-4AD2-B6CF-49416B5A6316}" type="datetime1">
              <a:rPr lang="en-US" smtClean="0"/>
              <a:t>10/19/2026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‹#›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30228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E074-D723-4159-86CD-309B877D68B4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18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AFC4E8-3ADE-468C-845A-886FC1EE89CA}" type="datetime1">
              <a:rPr lang="en-US" smtClean="0"/>
              <a:t>10/19/2026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8035-6F54-45D8-81ED-75DC3A11FA99}" type="slidenum">
              <a:rPr lang="ru-RU" altLang="ru-BY" smtClean="0"/>
              <a:pPr/>
              <a:t>‹#›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03538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2A602-369D-4DA6-AD9B-A549C03F23ED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833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D87-2CB4-4387-B63D-CFA2C0AA303B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07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7E4E-B997-49E9-8351-3AC52F87EC35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27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C43D942-A4BD-422C-AAB1-E52813BF1651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72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F84C-E9B0-440F-9DAC-8B6E4E9DDE36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7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6EE1-0E1F-4418-82BA-7DF83CDE6A72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930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9447-A101-4E6B-BACB-32941FBFD33C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808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7873" y="758952"/>
            <a:ext cx="7356255" cy="35661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ctr">
              <a:lnSpc>
                <a:spcPct val="9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7873" y="4663440"/>
            <a:ext cx="7356255" cy="114300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158240" y="4485132"/>
            <a:ext cx="9875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0D111-2D23-44F4-844D-9191D18E9E45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75A452-E352-BE40-9E44-7C0E90F4DBC5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E00246-7C7C-8E48-B95E-02BE89F197F5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F1652A-A323-BC48-9A00-7ECF1C4E1DA4}"/>
              </a:ext>
            </a:extLst>
          </p:cNvPr>
          <p:cNvSpPr/>
          <p:nvPr userDrawn="1"/>
        </p:nvSpPr>
        <p:spPr>
          <a:xfrm>
            <a:off x="11634902" y="2565781"/>
            <a:ext cx="283407" cy="283407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33BC29-8FD1-CB45-8FF6-0C7CC3CB423D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67EB1F-C984-B840-BD1F-FD174D01A3AF}"/>
              </a:ext>
            </a:extLst>
          </p:cNvPr>
          <p:cNvSpPr/>
          <p:nvPr userDrawn="1"/>
        </p:nvSpPr>
        <p:spPr>
          <a:xfrm>
            <a:off x="6135" y="0"/>
            <a:ext cx="1700492" cy="1700492"/>
          </a:xfrm>
          <a:prstGeom prst="ellips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75F8B1-A294-E349-BD08-B06B2954212A}"/>
              </a:ext>
            </a:extLst>
          </p:cNvPr>
          <p:cNvGrpSpPr/>
          <p:nvPr userDrawn="1"/>
        </p:nvGrpSpPr>
        <p:grpSpPr>
          <a:xfrm>
            <a:off x="495300" y="0"/>
            <a:ext cx="11201400" cy="6880860"/>
            <a:chOff x="495300" y="0"/>
            <a:chExt cx="11201400" cy="6880860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942EFAD-842E-9C46-9853-C0F135D24007}"/>
                </a:ext>
              </a:extLst>
            </p:cNvPr>
            <p:cNvSpPr/>
            <p:nvPr userDrawn="1"/>
          </p:nvSpPr>
          <p:spPr>
            <a:xfrm>
              <a:off x="495300" y="0"/>
              <a:ext cx="1337265" cy="6880860"/>
            </a:xfrm>
            <a:custGeom>
              <a:avLst/>
              <a:gdLst>
                <a:gd name="connsiteX0" fmla="*/ 1173967 w 1337265"/>
                <a:gd name="connsiteY0" fmla="*/ 0 h 6880860"/>
                <a:gd name="connsiteX1" fmla="*/ 1319300 w 1337265"/>
                <a:gd name="connsiteY1" fmla="*/ 0 h 6880860"/>
                <a:gd name="connsiteX2" fmla="*/ 1204253 w 1337265"/>
                <a:gd name="connsiteY2" fmla="*/ 146399 h 6880860"/>
                <a:gd name="connsiteX3" fmla="*/ 114300 w 1337265"/>
                <a:gd name="connsiteY3" fmla="*/ 3429000 h 6880860"/>
                <a:gd name="connsiteX4" fmla="*/ 1204253 w 1337265"/>
                <a:gd name="connsiteY4" fmla="*/ 6711601 h 6880860"/>
                <a:gd name="connsiteX5" fmla="*/ 1337265 w 1337265"/>
                <a:gd name="connsiteY5" fmla="*/ 6880860 h 6880860"/>
                <a:gd name="connsiteX6" fmla="*/ 1191931 w 1337265"/>
                <a:gd name="connsiteY6" fmla="*/ 6880860 h 6880860"/>
                <a:gd name="connsiteX7" fmla="*/ 1112661 w 1337265"/>
                <a:gd name="connsiteY7" fmla="*/ 6779988 h 6880860"/>
                <a:gd name="connsiteX8" fmla="*/ 0 w 1337265"/>
                <a:gd name="connsiteY8" fmla="*/ 3429000 h 6880860"/>
                <a:gd name="connsiteX9" fmla="*/ 1112661 w 1337265"/>
                <a:gd name="connsiteY9" fmla="*/ 78012 h 6880860"/>
                <a:gd name="connsiteX10" fmla="*/ 1173967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173967" y="0"/>
                  </a:moveTo>
                  <a:lnTo>
                    <a:pt x="1319300" y="0"/>
                  </a:lnTo>
                  <a:lnTo>
                    <a:pt x="1204253" y="146399"/>
                  </a:lnTo>
                  <a:cubicBezTo>
                    <a:pt x="519693" y="1061765"/>
                    <a:pt x="114300" y="2198040"/>
                    <a:pt x="114300" y="3429000"/>
                  </a:cubicBezTo>
                  <a:cubicBezTo>
                    <a:pt x="114300" y="4659960"/>
                    <a:pt x="519693" y="5796235"/>
                    <a:pt x="1204253" y="6711601"/>
                  </a:cubicBezTo>
                  <a:lnTo>
                    <a:pt x="1337265" y="6880860"/>
                  </a:lnTo>
                  <a:lnTo>
                    <a:pt x="1191931" y="6880860"/>
                  </a:lnTo>
                  <a:lnTo>
                    <a:pt x="1112661" y="6779988"/>
                  </a:lnTo>
                  <a:cubicBezTo>
                    <a:pt x="413839" y="5845552"/>
                    <a:pt x="0" y="4685605"/>
                    <a:pt x="0" y="3429000"/>
                  </a:cubicBezTo>
                  <a:cubicBezTo>
                    <a:pt x="0" y="2172395"/>
                    <a:pt x="413839" y="1012448"/>
                    <a:pt x="1112661" y="78012"/>
                  </a:cubicBezTo>
                  <a:lnTo>
                    <a:pt x="117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E0B7AF7-52C0-EB45-93DE-79DFF44F5AAE}"/>
                </a:ext>
              </a:extLst>
            </p:cNvPr>
            <p:cNvSpPr/>
            <p:nvPr userDrawn="1"/>
          </p:nvSpPr>
          <p:spPr>
            <a:xfrm>
              <a:off x="10359435" y="0"/>
              <a:ext cx="1337265" cy="6880860"/>
            </a:xfrm>
            <a:custGeom>
              <a:avLst/>
              <a:gdLst>
                <a:gd name="connsiteX0" fmla="*/ 17965 w 1337265"/>
                <a:gd name="connsiteY0" fmla="*/ 0 h 6880860"/>
                <a:gd name="connsiteX1" fmla="*/ 163299 w 1337265"/>
                <a:gd name="connsiteY1" fmla="*/ 0 h 6880860"/>
                <a:gd name="connsiteX2" fmla="*/ 224604 w 1337265"/>
                <a:gd name="connsiteY2" fmla="*/ 78012 h 6880860"/>
                <a:gd name="connsiteX3" fmla="*/ 1337265 w 1337265"/>
                <a:gd name="connsiteY3" fmla="*/ 3429000 h 6880860"/>
                <a:gd name="connsiteX4" fmla="*/ 224604 w 1337265"/>
                <a:gd name="connsiteY4" fmla="*/ 6779988 h 6880860"/>
                <a:gd name="connsiteX5" fmla="*/ 145334 w 1337265"/>
                <a:gd name="connsiteY5" fmla="*/ 6880860 h 6880860"/>
                <a:gd name="connsiteX6" fmla="*/ 0 w 1337265"/>
                <a:gd name="connsiteY6" fmla="*/ 6880860 h 6880860"/>
                <a:gd name="connsiteX7" fmla="*/ 133012 w 1337265"/>
                <a:gd name="connsiteY7" fmla="*/ 6711601 h 6880860"/>
                <a:gd name="connsiteX8" fmla="*/ 1222965 w 1337265"/>
                <a:gd name="connsiteY8" fmla="*/ 3429000 h 6880860"/>
                <a:gd name="connsiteX9" fmla="*/ 133012 w 1337265"/>
                <a:gd name="connsiteY9" fmla="*/ 146399 h 6880860"/>
                <a:gd name="connsiteX10" fmla="*/ 17965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7965" y="0"/>
                  </a:moveTo>
                  <a:lnTo>
                    <a:pt x="163299" y="0"/>
                  </a:lnTo>
                  <a:lnTo>
                    <a:pt x="224604" y="78012"/>
                  </a:lnTo>
                  <a:cubicBezTo>
                    <a:pt x="923426" y="1012448"/>
                    <a:pt x="1337265" y="2172395"/>
                    <a:pt x="1337265" y="3429000"/>
                  </a:cubicBezTo>
                  <a:cubicBezTo>
                    <a:pt x="1337265" y="4685605"/>
                    <a:pt x="923426" y="5845552"/>
                    <a:pt x="224604" y="6779988"/>
                  </a:cubicBezTo>
                  <a:lnTo>
                    <a:pt x="145334" y="6880860"/>
                  </a:lnTo>
                  <a:lnTo>
                    <a:pt x="0" y="6880860"/>
                  </a:lnTo>
                  <a:lnTo>
                    <a:pt x="133012" y="6711601"/>
                  </a:lnTo>
                  <a:cubicBezTo>
                    <a:pt x="817572" y="5796235"/>
                    <a:pt x="1222965" y="4659960"/>
                    <a:pt x="1222965" y="3429000"/>
                  </a:cubicBezTo>
                  <a:cubicBezTo>
                    <a:pt x="1222965" y="2198040"/>
                    <a:pt x="817572" y="1061765"/>
                    <a:pt x="133012" y="146399"/>
                  </a:cubicBezTo>
                  <a:lnTo>
                    <a:pt x="179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4418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CD00-D302-4A21-821E-63D807F8C848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C09A16-A6B6-E04E-A40A-F482C0A95C0A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2DF34-338D-4F43-B8F7-D7A00348B68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778C21-4171-774D-A73F-77BEBF2E4C18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C25D2EF-AE01-A247-8BC3-8F35F863C0A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F860801-109B-EB4F-96A8-35D76B759583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337F70-9199-7242-BD8B-8F96606A18A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F9320B7-AD58-7649-BC95-614ED90F4E6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C0DE796-998A-F84E-9B56-1958C6777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5751389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84D173E-9054-4C40-98EA-A6EAC4D85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1641" y="0"/>
            <a:ext cx="4270360" cy="6858001"/>
          </a:xfrm>
          <a:custGeom>
            <a:avLst/>
            <a:gdLst>
              <a:gd name="connsiteX0" fmla="*/ 1904091 w 4305219"/>
              <a:gd name="connsiteY0" fmla="*/ 0 h 6913983"/>
              <a:gd name="connsiteX1" fmla="*/ 4305219 w 4305219"/>
              <a:gd name="connsiteY1" fmla="*/ 0 h 6913983"/>
              <a:gd name="connsiteX2" fmla="*/ 4305219 w 4305219"/>
              <a:gd name="connsiteY2" fmla="*/ 6913983 h 6913983"/>
              <a:gd name="connsiteX3" fmla="*/ 1818156 w 4305219"/>
              <a:gd name="connsiteY3" fmla="*/ 6913983 h 6913983"/>
              <a:gd name="connsiteX4" fmla="*/ 1507580 w 4305219"/>
              <a:gd name="connsiteY4" fmla="*/ 6681739 h 6913983"/>
              <a:gd name="connsiteX5" fmla="*/ 0 w 4305219"/>
              <a:gd name="connsiteY5" fmla="*/ 3484983 h 6913983"/>
              <a:gd name="connsiteX6" fmla="*/ 1826504 w 4305219"/>
              <a:gd name="connsiteY6" fmla="*/ 49741 h 691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05219" h="6913983">
                <a:moveTo>
                  <a:pt x="1904091" y="0"/>
                </a:moveTo>
                <a:lnTo>
                  <a:pt x="4305219" y="0"/>
                </a:lnTo>
                <a:lnTo>
                  <a:pt x="4305219" y="6913983"/>
                </a:lnTo>
                <a:lnTo>
                  <a:pt x="1818156" y="6913983"/>
                </a:lnTo>
                <a:lnTo>
                  <a:pt x="1507580" y="6681739"/>
                </a:lnTo>
                <a:cubicBezTo>
                  <a:pt x="586863" y="5921896"/>
                  <a:pt x="0" y="4771974"/>
                  <a:pt x="0" y="3484983"/>
                </a:cubicBezTo>
                <a:cubicBezTo>
                  <a:pt x="0" y="2054993"/>
                  <a:pt x="724522" y="794225"/>
                  <a:pt x="1826504" y="497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81322FE-E286-E344-B332-CF37E6CAD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2322728"/>
            <a:ext cx="5751389" cy="4032225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30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CD91-FC7F-4F43-A754-4B181B45ADD0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2141DD-8D8D-FA43-BD4F-2CFC93C87782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1A62821-5E0F-DE41-B5C2-17A3A7277F4E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311AE14-D8F0-1D4C-9D8D-603836582793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F2BE645-D4F2-304C-9AFA-473D8F888A85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3640330-30A6-6948-87A7-9DE6D41794F5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DFB6548-D83C-1D4E-AE87-2E8F1D3D0FA7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97C7400-7EDC-8845-AB5A-80FB8175C1E2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BC941C44-9B96-0040-8C71-D8364EB57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014993B-5057-2A4C-9CA0-383DC5504020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3B110E8-1FE2-BC47-A5AE-4C698B688B65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DACF2F-5D4D-434D-8786-E4DF0385E6F6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E816CC-CBCA-7946-B9E5-E9649EF369BE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088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93ABE-986F-491A-96A9-48A52E757B30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C950F4E3-11A9-2549-A00D-601AEF6E49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21B5A175-E633-E74F-AE3B-DF58F989F4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6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261D2778-BA56-D247-9B2C-28D010C9D4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DAF6EFF-134E-BA40-8B51-917FDE13C07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88BF917-678C-1249-95B9-7FD2AC7B2231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AFF17AE-3EA2-2D47-BCDD-E5587B127062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D7EDB7-7C02-0245-8A1F-553F094A4429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CF5D165-4F6F-2447-8B9E-8B0D94808ED3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46C35C7-7133-4C43-BBF7-575440F7BAD3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33DD7BE-C379-5C42-9FB0-EF72161049F4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43DFC41-C6DE-7942-9358-E23A1EE8759D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ABB593-7229-9548-8BCC-C947B1BF8D93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6D2413-D60D-484E-ACAB-31891AFDA133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86090E0F-345E-3D4B-8886-95D8A4A77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258682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6A1AC-9C55-4597-A65B-B5F4ECAD3C9B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6E6D77-4CA3-764C-99E1-7D2CFE6B929E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D155117-8A2A-414B-9598-C2919DF747DC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3838F88-99DE-9246-A83B-9C7DB6AE99EF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031FBA2-FD0D-7346-8941-4861923E15CF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22D5D5E-3339-5D47-9E1C-8897082672DB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3BE7267-458F-A141-8480-10E9FB55367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71A438B-57BE-F445-AFBB-BBB2270E9BB4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040C74AA-3663-2A49-AA62-C9207F22BF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70AAE0-F405-8C4D-B2F2-BC73ABD2560F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72AC8A-19AA-5641-88DA-414732A1A643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0FF4153-FE4A-204C-B4B4-F331F8058F73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910027-B57E-5C4C-B196-C2CF16EB6B83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E0EF-84D2-4027-9BBF-91299F87634D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896C11-7092-DD43-9676-23A81081B759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9FB8D4-533A-0C44-89B5-487470B0B82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642B0AB-C322-C14B-B2A1-E9F144473219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7ABE4C7-7926-3949-9205-07E33FB2D2CE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B43F26-6C7C-4D43-9D1C-A0F792F54874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53D175F-F9D4-DD4E-81B9-495A2E867249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52D03A0-BBCF-2042-832A-8082F1377835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E2831508-70C2-2F43-998D-55CE4837B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32ACE3-4E65-6243-9416-19BFA39FD92C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372105-F1CB-9149-A4B9-C151B3CCB9B4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E2DDF3-5C18-5644-8994-8CD902656DE8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83F4E3-E6C1-BB40-90E6-290C140F9A07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4E37-D806-4B86-B7E5-D791A52F9D36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C09A16-A6B6-E04E-A40A-F482C0A95C0A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2DF34-338D-4F43-B8F7-D7A00348B68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778C21-4171-774D-A73F-77BEBF2E4C18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C25D2EF-AE01-A247-8BC3-8F35F863C0A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F860801-109B-EB4F-96A8-35D76B759583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337F70-9199-7242-BD8B-8F96606A18A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F9320B7-AD58-7649-BC95-614ED90F4E6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C0DE796-998A-F84E-9B56-1958C6777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23D2B0-E152-D14D-8154-8DD47BD10DF3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A3BEDF6-5ABA-3B42-99BB-4438813B1A4B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CF8BE7-F2AC-AB4C-900F-F64D55111EFC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F4254B-D281-684E-BD0B-63AEC0AC197C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17C583-F20E-46D3-B0A5-FC7CC7BFA1F7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05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22" r:id="rId15"/>
    <p:sldLayoutId id="2147483709" r:id="rId16"/>
    <p:sldLayoutId id="2147483716" r:id="rId17"/>
    <p:sldLayoutId id="2147483710" r:id="rId18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32.jpe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31.jpeg"/><Relationship Id="rId4" Type="http://schemas.openxmlformats.org/officeDocument/2006/relationships/diagramLayout" Target="../diagrams/layout2.xml"/><Relationship Id="rId9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36">
            <a:extLst>
              <a:ext uri="{FF2B5EF4-FFF2-40B4-BE49-F238E27FC236}">
                <a16:creationId xmlns:a16="http://schemas.microsoft.com/office/drawing/2014/main" id="{5CF81D86-BDBA-477C-B7DD-8D359BB9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50278-9A9A-0F4E-BDCF-6351BE173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634946"/>
            <a:ext cx="657497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400">
                <a:solidFill>
                  <a:schemeClr val="tx1">
                    <a:lumMod val="75000"/>
                    <a:lumOff val="25000"/>
                  </a:schemeClr>
                </a:solidFill>
              </a:rPr>
              <a:t>НЕЙРОННЫЕ СЕТИ И МАШИННОЕ ОБУЧЕНИЕ</a:t>
            </a:r>
            <a:endParaRPr lang="en-US" sz="3400" kern="1200" spc="-5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005A5-328C-FED5-8604-E6D113AD9E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6" r="54353" b="2"/>
          <a:stretch>
            <a:fillRect/>
          </a:stretch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45" name="Straight Connector 38">
            <a:extLst>
              <a:ext uri="{FF2B5EF4-FFF2-40B4-BE49-F238E27FC236}">
                <a16:creationId xmlns:a16="http://schemas.microsoft.com/office/drawing/2014/main" id="{C65F3E9C-EF11-4F8F-A621-399C7A3E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17F481B-9C2C-084A-8DF1-0582D2DA4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69" y="2198914"/>
            <a:ext cx="6574973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Лекция 1. Введение. </a:t>
            </a:r>
          </a:p>
          <a:p>
            <a:r>
              <a:rPr 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Формы представления первичных данных.</a:t>
            </a:r>
          </a:p>
          <a:p>
            <a:r>
              <a:rPr 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Представление численных данных. </a:t>
            </a:r>
          </a:p>
          <a:p>
            <a:r>
              <a:rPr 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Типы измеряемых физических величин. Точность. </a:t>
            </a:r>
          </a:p>
          <a:p>
            <a:r>
              <a:rPr 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Выделение статистик по выборкам для описания отдельных элементов информационных систем.</a:t>
            </a:r>
            <a:endParaRPr 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6" name="Rectangle 40">
            <a:extLst>
              <a:ext uri="{FF2B5EF4-FFF2-40B4-BE49-F238E27FC236}">
                <a16:creationId xmlns:a16="http://schemas.microsoft.com/office/drawing/2014/main" id="{88AA064E-5F6E-4024-BC28-EDDC3DFC7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B29638-4838-4B9B-B9DB-96E542BAF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36AFA3-615E-B303-2D41-98125086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A98EE3D-8CD1-4C3F-BD1C-C98C9596463C}" type="slidenum">
              <a:rPr lang="en-US"/>
              <a:pPr defTabSz="914400"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9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00C7-0803-8A43-A9F3-6FF24BDC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9A574-F452-49EE-9B41-B6208C501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6E0631E-8581-0BB3-E15E-87D8C722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59A10D5-9B71-4320-92A6-A5015CADD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Дисциплина:</a:t>
            </a:r>
            <a:br>
              <a:rPr lang="en-US" sz="3400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3400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ОБРАБОТКА ДАННЫХ В КИБЕРФИЗИЧЕСКИХ И ИНТЕЛЛЕКТУАЛЬНЫХ   СИСТЕМАХ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65D3E-9C0A-4ED9-B6DD-30128C479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>
            <a:norm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Font typeface="Calibri" panose="020F0502020204030204" pitchFamily="34" charset="0"/>
              <a:buChar char="o"/>
            </a:pPr>
            <a:r>
              <a:rPr lang="en-US" dirty="0"/>
              <a:t>Преподаватель: Чуйко Владислав Александрович</a:t>
            </a:r>
            <a:br>
              <a:rPr lang="en-US" dirty="0"/>
            </a:br>
            <a:r>
              <a:rPr lang="en-US" dirty="0"/>
              <a:t>chuykovladislav611@gmail.com</a:t>
            </a:r>
            <a:br>
              <a:rPr lang="en-US" dirty="0"/>
            </a:br>
            <a:r>
              <a:rPr lang="en-US" dirty="0"/>
              <a:t>+375 (29) 853 07 96 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Calibri" panose="020F0502020204030204" pitchFamily="34" charset="0"/>
              <a:buChar char="o"/>
            </a:pPr>
            <a:r>
              <a:rPr lang="en-GB" dirty="0"/>
              <a:t>N</a:t>
            </a:r>
            <a:r>
              <a:rPr lang="en-US" dirty="0"/>
              <a:t> лекций, N лабораторных работ, тесты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Calibri" panose="020F0502020204030204" pitchFamily="34" charset="0"/>
              <a:buChar char="o"/>
            </a:pPr>
            <a:r>
              <a:rPr lang="en-US" dirty="0"/>
              <a:t>Форма аттестации – </a:t>
            </a:r>
            <a:r>
              <a:rPr lang="en-US" dirty="0">
                <a:solidFill>
                  <a:schemeClr val="accent1"/>
                </a:solidFill>
              </a:rPr>
              <a:t>ЭКЗАМЕН</a:t>
            </a:r>
            <a:r>
              <a:rPr lang="en-US" dirty="0"/>
              <a:t>. Для допуска к </a:t>
            </a:r>
            <a:r>
              <a:rPr lang="en-US" dirty="0">
                <a:solidFill>
                  <a:schemeClr val="accent1"/>
                </a:solidFill>
              </a:rPr>
              <a:t>ЭКЗАМЕНУ </a:t>
            </a:r>
            <a:br>
              <a:rPr lang="en-US" dirty="0"/>
            </a:br>
            <a:r>
              <a:rPr lang="en-US" dirty="0"/>
              <a:t>необходимо сдать тесты, лабораторные работы НЕ НИЖЕ 4 БАЛЛОВ. 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Calibri" panose="020F0502020204030204" pitchFamily="34" charset="0"/>
              <a:buChar char="o"/>
            </a:pPr>
            <a:r>
              <a:rPr lang="en-US" dirty="0"/>
              <a:t>Группа в Telegram: 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Calibri" panose="020F0502020204030204" pitchFamily="34" charset="0"/>
              <a:buChar char="o"/>
            </a:pPr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1C94264-5B78-A146-4FBD-39EA7643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A98EE3D-8CD1-4C3F-BD1C-C98C9596463C}" type="slidenum">
              <a:rPr lang="en-US" smtClean="0"/>
              <a:pPr defTabSz="914400"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BA2499-6548-AB36-DCC1-96156D975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674" y="3429000"/>
            <a:ext cx="2831592" cy="283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0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6934200" cy="95138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Условия сдачи ЭКЗАМЕНА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9576" y="4437112"/>
            <a:ext cx="7560840" cy="1872208"/>
          </a:xfrm>
        </p:spPr>
        <p:txBody>
          <a:bodyPr>
            <a:normAutofit/>
          </a:bodyPr>
          <a:lstStyle/>
          <a:p>
            <a:r>
              <a:rPr lang="ru-RU" sz="1600" dirty="0"/>
              <a:t>При несданных лабораторных работах нельзя получить допуск к ЭКЗАМЕНУ.</a:t>
            </a:r>
          </a:p>
          <a:p>
            <a:r>
              <a:rPr lang="ru-RU" sz="1600" dirty="0"/>
              <a:t>Неуверенные знания при сдаче лабораторных работ также добавляют вопросы (или тесты) на экзамене по соответствующим темам.</a:t>
            </a:r>
          </a:p>
          <a:p>
            <a:r>
              <a:rPr lang="ru-RU" sz="1600" dirty="0"/>
              <a:t>Результаты сдачи лабораторных работ и тестов отображаются в </a:t>
            </a:r>
            <a:r>
              <a:rPr lang="en-GB" sz="1600" dirty="0"/>
              <a:t>Google </a:t>
            </a:r>
            <a:r>
              <a:rPr lang="ru-RU" sz="1600" dirty="0"/>
              <a:t>Таблице</a:t>
            </a:r>
          </a:p>
          <a:p>
            <a:endParaRPr lang="ru-RU" sz="1600" dirty="0"/>
          </a:p>
          <a:p>
            <a:endParaRPr lang="ru-RU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327273181"/>
              </p:ext>
            </p:extLst>
          </p:nvPr>
        </p:nvGraphicFramePr>
        <p:xfrm>
          <a:off x="2975992" y="2096053"/>
          <a:ext cx="6240016" cy="1872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C0DE62-99A2-C7B3-12A2-289C4934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4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567753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65D3E-9C0A-4ED9-B6DD-30128C47930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23838"/>
            <a:ext cx="12098215" cy="6016625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solidFill>
                  <a:schemeClr val="tx1"/>
                </a:solidFill>
              </a:rPr>
              <a:t>Раздел 1. Представление данных в информационных системах</a:t>
            </a:r>
            <a:endParaRPr lang="en-US" sz="1200" b="1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1.1.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Введение. Формы представления первичных данных. Представление численных данных. Типы измеряемых физических величин. Точность. Выделение статистик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выборкам для описания отдельных элементов информационных систем.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1.2.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Текстовая информация. Таблицы кодирования. Форматы хранения. Избыточность текстовой информации. Категориальные значения. Предварительная обработка текстовой информации. Векторизация текстового представления.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1.3.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Аудиоинформация. Форматы и особенности организации хранения. Извлечение признаков на основе частотного анализа. Спектральное и кепстральное представление.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1.4.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изображениями. Форматы и организация цифрового представления визуальной информации. Извлечение признаков на основе операции свертки и выделения характерных областей. Видео. Хранение видеоданных и извлечение признаков.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Раздел 2. Организация датасета как структурированного набора данных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2.1.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 о датасете в задачах обработки данных и машинного обучения. Постановка задачи в матричном виде. Предварительная обработка датасета.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2.2.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визуализация данных. Корреляционный анализ. Понижение размерности и устранение избыточных признаков.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2.3.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параллельной обработки данных.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Раздел 3. Типы задач при обработке данных в экспертных системах 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3.1.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Регрессия. Задача оптимизации. Алгоритм градиентного спуска.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3.2.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классификации. Модели принятия решений. Универсальные аппроксиматоры на основе нейронных сетей. Оценка результатов классификации.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3.3.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временных рядов.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3.4.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данных. Порождающие модели.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3.5.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Семантический анализ. Синтаксические задачи. Задачи на понимание и порождение.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3.6.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Выделение признаков, преобразование размерности и представления данных на основе нейронных сетей.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3.7.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детектирования, локализации и классификации при обработке изображений.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3.8.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Рекомендательные системы. Обучение с подкреплением.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3.9.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кластеризации и выделения скрытой структуры в данных.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3.10.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аномалий.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2D7149E-7F1C-D325-230C-1213E980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6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10D5-9B71-4320-92A6-A5015CADD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Лабораторные работы</a:t>
            </a:r>
            <a:br>
              <a:rPr lang="en-GB" dirty="0"/>
            </a:br>
            <a:r>
              <a:rPr lang="en-GB" dirty="0"/>
              <a:t>(</a:t>
            </a:r>
            <a:r>
              <a:rPr lang="ru-RU" dirty="0"/>
              <a:t>состоят из 4 модулей</a:t>
            </a:r>
            <a:r>
              <a:rPr lang="en-GB" dirty="0"/>
              <a:t>)</a:t>
            </a: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C01DBF8-F103-4993-B058-81C616DF58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1205" r="21205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65D3E-9C0A-4ED9-B6DD-30128C479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1935892"/>
            <a:ext cx="6341490" cy="441906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ru-RU" b="1" dirty="0"/>
              <a:t>МОДУЛЬ 1</a:t>
            </a:r>
          </a:p>
          <a:p>
            <a:pPr>
              <a:lnSpc>
                <a:spcPct val="120000"/>
              </a:lnSpc>
            </a:pPr>
            <a:r>
              <a:rPr lang="ru-RU" sz="1500" b="1" dirty="0"/>
              <a:t>Лабораторная работа № 1.</a:t>
            </a:r>
          </a:p>
          <a:p>
            <a:pPr>
              <a:lnSpc>
                <a:spcPct val="120000"/>
              </a:lnSpc>
            </a:pPr>
            <a:r>
              <a:rPr lang="ru-RU" sz="1500" dirty="0"/>
              <a:t>Анализ временных рядов. Сравнение методов статистической обработки и нейронных сетей </a:t>
            </a:r>
            <a:r>
              <a:rPr lang="en-US" sz="1500" dirty="0"/>
              <a:t>LSTM</a:t>
            </a:r>
            <a:r>
              <a:rPr lang="ru-RU" sz="1500" dirty="0"/>
              <a:t>.</a:t>
            </a:r>
            <a:endParaRPr lang="en-US" sz="1500" dirty="0"/>
          </a:p>
          <a:p>
            <a:pPr>
              <a:lnSpc>
                <a:spcPct val="120000"/>
              </a:lnSpc>
            </a:pPr>
            <a:endParaRPr lang="ru-RU" sz="1500" b="1" dirty="0"/>
          </a:p>
          <a:p>
            <a:pPr>
              <a:lnSpc>
                <a:spcPct val="120000"/>
              </a:lnSpc>
            </a:pPr>
            <a:r>
              <a:rPr lang="ru-RU" sz="1500" b="1" dirty="0"/>
              <a:t>Лабораторная работа № 2.</a:t>
            </a:r>
          </a:p>
          <a:p>
            <a:pPr>
              <a:lnSpc>
                <a:spcPct val="120000"/>
              </a:lnSpc>
            </a:pPr>
            <a:r>
              <a:rPr lang="ru-RU" sz="1500" dirty="0"/>
              <a:t>Языковые модели</a:t>
            </a:r>
            <a:br>
              <a:rPr lang="ru-RU" sz="1500" b="1" dirty="0"/>
            </a:br>
            <a:endParaRPr lang="ru-RU" sz="1500" b="1" dirty="0"/>
          </a:p>
          <a:p>
            <a:pPr>
              <a:lnSpc>
                <a:spcPct val="120000"/>
              </a:lnSpc>
            </a:pPr>
            <a:r>
              <a:rPr lang="ru-RU" b="1" dirty="0"/>
              <a:t>Лабораторная работа № 3.</a:t>
            </a:r>
          </a:p>
          <a:p>
            <a:pPr>
              <a:lnSpc>
                <a:spcPct val="120000"/>
              </a:lnSpc>
            </a:pPr>
            <a:r>
              <a:rPr lang="en-GB" dirty="0"/>
              <a:t>LLM</a:t>
            </a:r>
            <a:br>
              <a:rPr lang="ru-RU" b="1" dirty="0"/>
            </a:b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F8C7C98-6E79-5004-A757-AAE6A25F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27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800" b="1"/>
              <a:t>Литература. Книги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9C514AD-27C0-4926-A5B4-1334F0715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79" y="1845734"/>
            <a:ext cx="6454987" cy="4023360"/>
          </a:xfrm>
          <a:prstGeom prst="rect">
            <a:avLst/>
          </a:prstGeom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Christopher M. Bishop, Pattern recognition and machine learning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R. Rojas, Neural Networks. A systematic introduction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D. Kriesel, A Brief Introduction to Neural Networks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С. Хайкин, Нейронные сети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Т. Рашид, Создай свою нейросеть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Li Deng, Yu Dong, Deep Learning: Methods and Applications (2014)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I. Goodfellow, A. Courville, Deep Learning (2016)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С. Николенко, А. Кадурин, Е. Архангельская, Глубокое обучение (2018)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sz="1300">
                <a:solidFill>
                  <a:schemeClr val="tx1">
                    <a:lumMod val="75000"/>
                    <a:lumOff val="25000"/>
                  </a:schemeClr>
                </a:solidFill>
              </a:rPr>
              <a:t>Timothy J. Ross, Fuzzy Logic With Engineering Applications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"Машинное обучение" — Андрей Бурков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"Python и машинное обучение" — Себастьян Рашка, Вахид Мирджалили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"Глубокое обучение для чайников" — Джон Мюллер, Лука Массаран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"Глубокое обучение" — Йошуа Бенжио, Иэн Гудфеллоу, Аарон Курвилл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"Hands-On Machine Learning with Scikit-Learn, Keras, and TensorFlow" — Орельен Жерон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"Speech and Language Processing" — Дэниэл Юракски, Джеймс Мартин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"Deep Learning for Natural Language Processing" — Питер Лайденс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"Deep Reinforcement Learning Hands-On" — Максим Лантушев</a:t>
            </a:r>
            <a:endParaRPr lang="en-US" altLang="ru-BY" sz="13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endParaRPr lang="en-US" altLang="ru-BY" sz="13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Объект 12" descr="Изображение выглядит как текст, зарисовка, рисунок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E5D86D2-EE31-0CA1-DBCB-57414FF9627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570" y="2170485"/>
            <a:ext cx="3135109" cy="2962677"/>
          </a:xfrm>
          <a:prstGeom prst="rect">
            <a:avLst/>
          </a:prstGeom>
          <a:noFill/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3EBEB6-A0E1-3396-4114-28044F47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652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Литература. </a:t>
            </a:r>
            <a:br>
              <a:rPr lang="en-US" b="1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b="1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Онлайн-ресурсы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CACE0-A9F4-4AF6-B993-5FEE1346C3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37" r="24305" b="-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69C514AD-27C0-4926-A5B4-1334F0715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1" y="2198914"/>
            <a:ext cx="6368142" cy="3670180"/>
          </a:xfrm>
          <a:prstGeom prst="rect">
            <a:avLst/>
          </a:prstGeom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yandexdataschool.ru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coursera.org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udacity.com/course/deep-learning--ud730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habrahabr.ru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arxiv.org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reddit.com/r/MachineLearning/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ru-BY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endParaRPr lang="en-US" altLang="ru-BY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4FA7AC-479D-005A-A693-3ABF0452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8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46413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A6468-80AC-4DDF-9CFB-C7A9507E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История</a:t>
            </a:r>
          </a:p>
        </p:txBody>
      </p:sp>
      <p:pic>
        <p:nvPicPr>
          <p:cNvPr id="4" name="Picture 3" descr="Куча of газеты">
            <a:extLst>
              <a:ext uri="{FF2B5EF4-FFF2-40B4-BE49-F238E27FC236}">
                <a16:creationId xmlns:a16="http://schemas.microsoft.com/office/drawing/2014/main" id="{569D7916-246A-2FB9-55FE-2755BD0A1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01" b="2"/>
          <a:stretch/>
        </p:blipFill>
        <p:spPr>
          <a:xfrm>
            <a:off x="4639733" y="10"/>
            <a:ext cx="7552266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AB900CC-5074-4746-A1A4-AF640455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874142C-05D9-B62C-4F27-1940D3A6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9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06967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1500 – 600 гг. </a:t>
            </a:r>
            <a:r>
              <a:rPr lang="ru-RU" dirty="0" err="1"/>
              <a:t>д.н.э</a:t>
            </a:r>
            <a:r>
              <a:rPr lang="ru-RU" dirty="0"/>
              <a:t>.</a:t>
            </a:r>
          </a:p>
          <a:p>
            <a:pPr marL="0" indent="0" algn="ctr">
              <a:buNone/>
            </a:pPr>
            <a:r>
              <a:rPr lang="ru-RU" dirty="0"/>
              <a:t>Локаята (</a:t>
            </a:r>
            <a:r>
              <a:rPr lang="ru-RU" dirty="0" err="1"/>
              <a:t>Чарвака</a:t>
            </a:r>
            <a:r>
              <a:rPr lang="ru-RU" dirty="0"/>
              <a:t>) – материалистическое учение древней Индии</a:t>
            </a:r>
          </a:p>
          <a:p>
            <a:pPr marL="0" indent="0">
              <a:buNone/>
            </a:pPr>
            <a:r>
              <a:rPr lang="ru-RU" i="1" dirty="0"/>
              <a:t>Первые философские рассуждения о концепциях, близких к искусственному интеллекту</a:t>
            </a:r>
            <a:endParaRPr lang="en-US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658" y="1845734"/>
            <a:ext cx="1579643" cy="2201594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C2AD93-1A79-02CD-0D3B-874A8337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10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37989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500 – 0 гг. </a:t>
            </a:r>
            <a:r>
              <a:rPr lang="ru-RU" dirty="0" err="1"/>
              <a:t>д.н.э</a:t>
            </a:r>
            <a:r>
              <a:rPr lang="ru-RU" dirty="0"/>
              <a:t>.</a:t>
            </a:r>
          </a:p>
          <a:p>
            <a:pPr marL="0" indent="0" algn="ctr">
              <a:buNone/>
            </a:pPr>
            <a:r>
              <a:rPr lang="ru-RU" dirty="0"/>
              <a:t>Мифы древней Греции</a:t>
            </a:r>
          </a:p>
          <a:p>
            <a:pPr marL="0" indent="0">
              <a:buNone/>
            </a:pPr>
            <a:r>
              <a:rPr lang="ru-RU" i="1" dirty="0"/>
              <a:t>Упоминания механических или искусственно созданных человекоподобных существ – оживлённая статуя Галатеи, золотые воины Гефеста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822" y="1845734"/>
            <a:ext cx="1413316" cy="212527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4C33E8-CE2B-F8B0-7707-6857B1EB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11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09820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Средние века</a:t>
            </a:r>
          </a:p>
          <a:p>
            <a:pPr marL="0" indent="0" algn="ctr">
              <a:buNone/>
            </a:pPr>
            <a:r>
              <a:rPr lang="ru-RU" dirty="0"/>
              <a:t>Алхимия и искусственные алхимические существа</a:t>
            </a:r>
          </a:p>
          <a:p>
            <a:pPr marL="0" indent="0">
              <a:buNone/>
            </a:pPr>
            <a:r>
              <a:rPr lang="ru-RU" i="1" dirty="0"/>
              <a:t>«</a:t>
            </a:r>
            <a:r>
              <a:rPr lang="ru-RU" i="1" dirty="0" err="1"/>
              <a:t>Таквин</a:t>
            </a:r>
            <a:r>
              <a:rPr lang="ru-RU" i="1" dirty="0"/>
              <a:t>» (</a:t>
            </a:r>
            <a:r>
              <a:rPr lang="ru-RU" i="1" dirty="0" err="1"/>
              <a:t>Джабир</a:t>
            </a:r>
            <a:r>
              <a:rPr lang="ru-RU" i="1" dirty="0"/>
              <a:t> ибн </a:t>
            </a:r>
            <a:r>
              <a:rPr lang="ru-RU" i="1" dirty="0" err="1"/>
              <a:t>Хайян</a:t>
            </a:r>
            <a:r>
              <a:rPr lang="ru-RU" i="1" dirty="0"/>
              <a:t>), «Гомункулы» (Парацельс), «</a:t>
            </a:r>
            <a:r>
              <a:rPr lang="ru-RU" i="1" dirty="0" err="1"/>
              <a:t>Големы</a:t>
            </a:r>
            <a:r>
              <a:rPr lang="ru-RU" i="1" dirty="0"/>
              <a:t>» (</a:t>
            </a:r>
            <a:r>
              <a:rPr lang="ru-RU" i="1" dirty="0" err="1"/>
              <a:t>Махараль</a:t>
            </a:r>
            <a:r>
              <a:rPr lang="ru-RU" i="1" dirty="0"/>
              <a:t> из Праги)</a:t>
            </a:r>
            <a:endParaRPr lang="en-US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535" y="1845734"/>
            <a:ext cx="1877889" cy="2065677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C156DA-5755-252A-02FD-B95724C7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12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589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0" y="1752600"/>
            <a:ext cx="6934200" cy="491676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17 век</a:t>
            </a:r>
          </a:p>
          <a:p>
            <a:pPr marL="0" indent="0" algn="ctr">
              <a:buNone/>
            </a:pPr>
            <a:r>
              <a:rPr lang="ru-RU" dirty="0"/>
              <a:t>Математический формализм</a:t>
            </a:r>
          </a:p>
          <a:p>
            <a:pPr marL="0" indent="0">
              <a:buNone/>
            </a:pPr>
            <a:r>
              <a:rPr lang="ru-RU" i="1" dirty="0"/>
              <a:t>Г. Лейбниц, Т. Гоббс, Р. Декарт – идеи о том, что рациональное мышление может быть строго формализовано и систематизировано, как алгебра или геометрия</a:t>
            </a:r>
            <a:endParaRPr lang="en-US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798" y="1861592"/>
            <a:ext cx="1664604" cy="210849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BEC650-C787-25C0-C0B2-4D7FB7D5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13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54380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0" y="1752600"/>
            <a:ext cx="6934200" cy="491676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1</a:t>
            </a:r>
            <a:r>
              <a:rPr lang="en-US" dirty="0"/>
              <a:t>8</a:t>
            </a:r>
            <a:r>
              <a:rPr lang="ru-RU" dirty="0"/>
              <a:t>28 - 1852 г.</a:t>
            </a:r>
          </a:p>
          <a:p>
            <a:pPr marL="0" indent="0" algn="ctr">
              <a:buNone/>
            </a:pPr>
            <a:r>
              <a:rPr lang="ru-RU" dirty="0"/>
              <a:t>Автоматизация вычислений</a:t>
            </a:r>
          </a:p>
          <a:p>
            <a:pPr marL="0" indent="0">
              <a:buNone/>
            </a:pPr>
            <a:r>
              <a:rPr lang="ru-RU" i="1" dirty="0"/>
              <a:t>Дифференциальная и аналитическая машина Бэббиджа</a:t>
            </a:r>
          </a:p>
          <a:p>
            <a:pPr marL="0" indent="0">
              <a:buNone/>
            </a:pPr>
            <a:r>
              <a:rPr lang="ru-RU" i="1" dirty="0"/>
              <a:t>Алгоритм вычисления чисел Бернулли Ады Лавлейс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191" y="1870799"/>
            <a:ext cx="2021618" cy="19426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48" y="1870799"/>
            <a:ext cx="1483968" cy="19426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522" y="1870799"/>
            <a:ext cx="1565076" cy="224744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0B7BF5-0155-F913-A54E-17B06AFF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14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24074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0" y="1752600"/>
            <a:ext cx="6934200" cy="491676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Конец 19 – начало 20 века</a:t>
            </a:r>
          </a:p>
          <a:p>
            <a:pPr marL="0" indent="0" algn="ctr">
              <a:buNone/>
            </a:pPr>
            <a:r>
              <a:rPr lang="ru-RU" dirty="0"/>
              <a:t>Зарождение математической логики</a:t>
            </a:r>
          </a:p>
          <a:p>
            <a:pPr marL="0" indent="0">
              <a:buNone/>
            </a:pPr>
            <a:r>
              <a:rPr lang="ru-RU" i="1" dirty="0"/>
              <a:t>«Законы Мысли» Дж. Буль (1854) и последующие работы </a:t>
            </a:r>
            <a:r>
              <a:rPr lang="ru-RU" i="1" dirty="0" err="1"/>
              <a:t>Джевонса</a:t>
            </a:r>
            <a:r>
              <a:rPr lang="ru-RU" i="1" dirty="0"/>
              <a:t>, Пирса, </a:t>
            </a:r>
            <a:r>
              <a:rPr lang="ru-RU" i="1" dirty="0" err="1"/>
              <a:t>Шрёдера</a:t>
            </a:r>
            <a:r>
              <a:rPr lang="ru-RU" i="1" dirty="0"/>
              <a:t> и </a:t>
            </a:r>
            <a:r>
              <a:rPr lang="ru-RU" i="1" dirty="0" err="1"/>
              <a:t>Хьюнтингтона</a:t>
            </a:r>
            <a:r>
              <a:rPr lang="ru-RU" i="1" dirty="0"/>
              <a:t> в области алгебры логики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227" y="1828800"/>
            <a:ext cx="1657745" cy="222137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647D26-CBF1-8BC1-9657-A2452A63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15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89790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0" y="1752600"/>
            <a:ext cx="6934200" cy="491676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Начало 20 века</a:t>
            </a:r>
          </a:p>
          <a:p>
            <a:pPr marL="0" indent="0" algn="ctr">
              <a:buNone/>
            </a:pPr>
            <a:r>
              <a:rPr lang="ru-RU" dirty="0"/>
              <a:t>Научная фантастика и футурология</a:t>
            </a:r>
          </a:p>
          <a:p>
            <a:pPr marL="0" indent="0">
              <a:buNone/>
            </a:pPr>
            <a:r>
              <a:rPr lang="ru-RU" i="1" dirty="0"/>
              <a:t>«Франкенштейн» М. Шелли, «</a:t>
            </a:r>
            <a:r>
              <a:rPr lang="en-US" i="1" dirty="0"/>
              <a:t>R.U.R</a:t>
            </a:r>
            <a:r>
              <a:rPr lang="ru-RU" i="1" dirty="0"/>
              <a:t>» К. Чапека (термин «робот»), работы А. Азимова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38" y="1951895"/>
            <a:ext cx="3685083" cy="205739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F249AD-51B6-61C4-E5A1-75C1365C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16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774854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7568" y="1752600"/>
            <a:ext cx="7776864" cy="491676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1952 – 1970 </a:t>
            </a:r>
          </a:p>
          <a:p>
            <a:pPr marL="0" indent="0" algn="ctr">
              <a:buNone/>
            </a:pPr>
            <a:r>
              <a:rPr lang="ru-RU" dirty="0"/>
              <a:t>Зарождение искусственного интеллекта как области исследований, первая волна оптимизма </a:t>
            </a:r>
          </a:p>
          <a:p>
            <a:pPr marL="0" indent="0">
              <a:buNone/>
            </a:pPr>
            <a:r>
              <a:rPr lang="ru-RU" i="1" dirty="0"/>
              <a:t>Кибернетика Н. </a:t>
            </a:r>
            <a:r>
              <a:rPr lang="ru-RU" i="1" dirty="0" err="1"/>
              <a:t>Вейнера</a:t>
            </a:r>
            <a:r>
              <a:rPr lang="ru-RU" i="1" dirty="0"/>
              <a:t>, теория информации К. Шеннона, теория вычислений А. Тьюринга, Дартмутский семинар, </a:t>
            </a:r>
            <a:r>
              <a:rPr lang="en-US" i="1" dirty="0"/>
              <a:t>“AI Group”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724" y="1876690"/>
            <a:ext cx="2617476" cy="207216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B3FD97-2F89-B5D6-ABC9-6CB3B7DE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17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620264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51243"/>
          </a:xfrm>
        </p:spPr>
        <p:txBody>
          <a:bodyPr>
            <a:normAutofit fontScale="90000"/>
          </a:bodyPr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0" y="1752600"/>
            <a:ext cx="6934200" cy="491676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1974 – 1980 </a:t>
            </a:r>
          </a:p>
          <a:p>
            <a:pPr marL="0" indent="0" algn="ctr">
              <a:buNone/>
            </a:pPr>
            <a:r>
              <a:rPr lang="ru-RU" dirty="0"/>
              <a:t>«Зима искусственного интеллекта»</a:t>
            </a:r>
          </a:p>
          <a:p>
            <a:pPr marL="0" indent="0">
              <a:buNone/>
            </a:pPr>
            <a:r>
              <a:rPr lang="en-US" i="1" dirty="0"/>
              <a:t>ALPAC</a:t>
            </a:r>
            <a:r>
              <a:rPr lang="ru-RU" i="1" dirty="0"/>
              <a:t> и машинный перевод, отказ от персептронов, отчёт </a:t>
            </a:r>
            <a:r>
              <a:rPr lang="ru-RU" i="1" dirty="0" err="1"/>
              <a:t>Лайтхилла</a:t>
            </a:r>
            <a:endParaRPr lang="en-US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324" y="1753417"/>
            <a:ext cx="1694521" cy="230454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EB69A3-1DBD-9047-D9C3-42C51560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18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925044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7568" y="1752600"/>
            <a:ext cx="7776864" cy="491676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en-US" dirty="0"/>
              <a:t>198</a:t>
            </a:r>
            <a:r>
              <a:rPr lang="ru-RU" dirty="0"/>
              <a:t>0</a:t>
            </a:r>
            <a:r>
              <a:rPr lang="en-US" dirty="0"/>
              <a:t> – </a:t>
            </a:r>
            <a:r>
              <a:rPr lang="ru-RU" dirty="0"/>
              <a:t>1995</a:t>
            </a:r>
          </a:p>
          <a:p>
            <a:pPr marL="0" indent="0" algn="ctr">
              <a:buNone/>
            </a:pPr>
            <a:r>
              <a:rPr lang="ru-RU" dirty="0"/>
              <a:t>Расцвет экспертных систем</a:t>
            </a:r>
            <a:r>
              <a:rPr lang="en-US" dirty="0"/>
              <a:t> </a:t>
            </a:r>
            <a:r>
              <a:rPr lang="ru-RU" dirty="0"/>
              <a:t>и вторая «зима ИИ»</a:t>
            </a:r>
          </a:p>
          <a:p>
            <a:pPr marL="0" indent="0">
              <a:buNone/>
            </a:pPr>
            <a:r>
              <a:rPr lang="ru-RU" i="1" dirty="0"/>
              <a:t>Теория нечетких множеств, </a:t>
            </a:r>
            <a:r>
              <a:rPr lang="en-US" i="1" dirty="0"/>
              <a:t>Hitachi, XCON, </a:t>
            </a:r>
            <a:r>
              <a:rPr lang="ru-RU" i="1" dirty="0"/>
              <a:t>«умная» потребительская электроника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487" y="1911205"/>
            <a:ext cx="3083986" cy="2055991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F32587-2B32-1A8E-36D3-31AA06C4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19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4245746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7568" y="1752600"/>
            <a:ext cx="7776864" cy="491676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dirty="0"/>
              <a:t>1995 – наше время</a:t>
            </a:r>
          </a:p>
          <a:p>
            <a:pPr marL="0" indent="0" algn="ctr">
              <a:buNone/>
            </a:pPr>
            <a:r>
              <a:rPr lang="ru-RU" dirty="0"/>
              <a:t>Возрождение </a:t>
            </a:r>
            <a:r>
              <a:rPr lang="ru-RU" dirty="0" err="1"/>
              <a:t>нейросетевых</a:t>
            </a:r>
            <a:r>
              <a:rPr lang="ru-RU" dirty="0"/>
              <a:t> технологий и «осень ИИ»</a:t>
            </a:r>
            <a:endParaRPr lang="ru-RU" i="1" dirty="0"/>
          </a:p>
          <a:p>
            <a:pPr marL="0" indent="0">
              <a:buNone/>
            </a:pPr>
            <a:r>
              <a:rPr lang="ru-RU" i="1" dirty="0"/>
              <a:t>Нейронные сети, </a:t>
            </a:r>
            <a:r>
              <a:rPr lang="en-US" i="1" dirty="0" err="1"/>
              <a:t>AlexNet</a:t>
            </a:r>
            <a:r>
              <a:rPr lang="en-US" i="1" dirty="0"/>
              <a:t>, </a:t>
            </a:r>
            <a:r>
              <a:rPr lang="ru-RU" i="1" dirty="0" err="1"/>
              <a:t>сверточные</a:t>
            </a:r>
            <a:r>
              <a:rPr lang="ru-RU" i="1" dirty="0"/>
              <a:t> сети и глубокое обучение, «большие данные», «эффект искусственного интеллекта»</a:t>
            </a:r>
            <a:endParaRPr lang="ru-R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97" y="1904719"/>
            <a:ext cx="3339005" cy="20635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883075-D291-7BE4-856F-711046B4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20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675196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br>
              <a:rPr lang="ru-RU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A3464-F7CD-4433-A6CE-4B7EB8B032D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758" y="1268760"/>
            <a:ext cx="7203445" cy="2267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BEE4CA-C911-45D4-B90E-28BCAD85787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755" y="4005064"/>
            <a:ext cx="7203444" cy="200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6D3D463-6AD3-4380-B152-CCEA9D51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21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454032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8854440" cy="735360"/>
          </a:xfrm>
        </p:spPr>
        <p:txBody>
          <a:bodyPr>
            <a:normAutofit/>
          </a:bodyPr>
          <a:lstStyle/>
          <a:p>
            <a:r>
              <a:rPr lang="ru-RU" dirty="0"/>
              <a:t>Понятие машинного обучения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0136" y="4350085"/>
            <a:ext cx="9671304" cy="2125861"/>
          </a:xfrm>
        </p:spPr>
        <p:txBody>
          <a:bodyPr/>
          <a:lstStyle/>
          <a:p>
            <a:r>
              <a:rPr lang="ru-RU" dirty="0"/>
              <a:t>А. </a:t>
            </a:r>
            <a:r>
              <a:rPr lang="ru-RU" dirty="0" err="1"/>
              <a:t>Сэмюэл</a:t>
            </a:r>
            <a:r>
              <a:rPr lang="ru-RU" dirty="0"/>
              <a:t>, 1959:</a:t>
            </a:r>
          </a:p>
          <a:p>
            <a:pPr marL="0" indent="0">
              <a:buNone/>
            </a:pPr>
            <a:r>
              <a:rPr lang="ru-RU" dirty="0"/>
              <a:t>«Машинное обучение – область исследований, направленная на предоставление компьютерам возможности обучаться без необходимости явного их программирования»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696" y="1871704"/>
            <a:ext cx="3580904" cy="238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7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9012936" cy="735360"/>
          </a:xfrm>
        </p:spPr>
        <p:txBody>
          <a:bodyPr>
            <a:normAutofit/>
          </a:bodyPr>
          <a:lstStyle/>
          <a:p>
            <a:r>
              <a:rPr lang="ru-RU" dirty="0"/>
              <a:t>Понятие машинного обучения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3164" y="1938528"/>
            <a:ext cx="6934200" cy="4442800"/>
          </a:xfrm>
        </p:spPr>
        <p:txBody>
          <a:bodyPr/>
          <a:lstStyle/>
          <a:p>
            <a:r>
              <a:rPr lang="ru-RU" dirty="0"/>
              <a:t>Т. М. Митчелл (1998):</a:t>
            </a:r>
          </a:p>
          <a:p>
            <a:pPr marL="0" indent="0">
              <a:buNone/>
            </a:pPr>
            <a:r>
              <a:rPr lang="ru-RU" dirty="0"/>
              <a:t>«Компьютерная программа обучается на основании опыта </a:t>
            </a:r>
            <a:r>
              <a:rPr lang="en-US" dirty="0"/>
              <a:t>E </a:t>
            </a:r>
            <a:r>
              <a:rPr lang="ru-RU" dirty="0"/>
              <a:t>по отношению к некоторому классу задач </a:t>
            </a:r>
            <a:r>
              <a:rPr lang="en-US" dirty="0"/>
              <a:t>T </a:t>
            </a:r>
            <a:r>
              <a:rPr lang="ru-RU" dirty="0"/>
              <a:t>с мерой производительности </a:t>
            </a:r>
            <a:r>
              <a:rPr lang="en-US" dirty="0"/>
              <a:t>P, </a:t>
            </a:r>
            <a:r>
              <a:rPr lang="ru-RU" dirty="0"/>
              <a:t>если её производительность в решении задач </a:t>
            </a:r>
            <a:r>
              <a:rPr lang="en-US" dirty="0"/>
              <a:t>T, </a:t>
            </a:r>
            <a:r>
              <a:rPr lang="ru-RU" dirty="0"/>
              <a:t>измеренная мерой </a:t>
            </a:r>
            <a:r>
              <a:rPr lang="en-US" dirty="0"/>
              <a:t>P</a:t>
            </a:r>
            <a:r>
              <a:rPr lang="ru-RU" dirty="0"/>
              <a:t>, улучшается с приобретением опыта Е.»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424" y="1772816"/>
            <a:ext cx="144016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29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Пример: игра в шашки</a:t>
            </a:r>
          </a:p>
          <a:p>
            <a:pPr lvl="1"/>
            <a:r>
              <a:rPr lang="ru-RU" dirty="0"/>
              <a:t>Задача </a:t>
            </a:r>
            <a:r>
              <a:rPr lang="en-US" dirty="0"/>
              <a:t>T – </a:t>
            </a:r>
            <a:r>
              <a:rPr lang="ru-RU" dirty="0"/>
              <a:t>выиграть партию в шашки</a:t>
            </a:r>
          </a:p>
          <a:p>
            <a:pPr lvl="1"/>
            <a:r>
              <a:rPr lang="ru-RU" dirty="0"/>
              <a:t>Опыт Е – последовательность ходов и результатов – победа или поражение – к которому эта последовательность привела</a:t>
            </a:r>
          </a:p>
          <a:p>
            <a:pPr lvl="1"/>
            <a:r>
              <a:rPr lang="ru-RU" dirty="0"/>
              <a:t>Мера производительности Р – вероятность выиграть в следующей партии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667000" y="533400"/>
            <a:ext cx="6934200" cy="735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r>
              <a:rPr lang="ru-RU" kern="0"/>
              <a:t>Понятие машинного обучения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400814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В настоящее время наблюдается «возрождение» машинного обучения и значительный рост интереса к этой проблеме, по 2 основным причинам:</a:t>
            </a:r>
          </a:p>
          <a:p>
            <a:pPr lvl="1"/>
            <a:r>
              <a:rPr lang="ru-RU"/>
              <a:t>у крупных компаний накопилось большое количество пользовательских данных для анализа (аккаунты, фотографии, данные об использовании)</a:t>
            </a:r>
          </a:p>
          <a:p>
            <a:pPr lvl="1"/>
            <a:r>
              <a:rPr lang="ru-RU"/>
              <a:t>вычислительные мощности стали намного более доступны, в первую очередь – мощные видеокарты</a:t>
            </a:r>
            <a:endParaRPr lang="en-US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92480" y="692696"/>
            <a:ext cx="10509504" cy="879376"/>
          </a:xfrm>
        </p:spPr>
        <p:txBody>
          <a:bodyPr>
            <a:normAutofit fontScale="90000"/>
          </a:bodyPr>
          <a:lstStyle/>
          <a:p>
            <a:pPr algn="ctr"/>
            <a:r>
              <a:rPr lang="ru-RU"/>
              <a:t>Почему машинное обучение так популярно сегодня?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676" y="3635352"/>
            <a:ext cx="6447608" cy="250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0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AD0F0-5A9E-14E0-91C8-91B79B5B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533400"/>
            <a:ext cx="6934200" cy="51933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В чем разница?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4C566F5-E826-72CE-C639-55C920596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628800"/>
            <a:ext cx="7101408" cy="4320480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31B7C82-B39A-F236-4E31-7E266EFA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77AD-A3EC-4B35-B6AB-B40BFDDDE6A0}" type="slidenum">
              <a:rPr lang="ru-RU" altLang="ru-BY" smtClean="0"/>
              <a:pPr/>
              <a:t>26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521109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83B08-05A2-8E67-88AE-85B7BDC7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893603" cy="1450757"/>
          </a:xfrm>
        </p:spPr>
        <p:txBody>
          <a:bodyPr>
            <a:normAutofit/>
          </a:bodyPr>
          <a:lstStyle/>
          <a:p>
            <a:r>
              <a:rPr lang="ru-RU" dirty="0"/>
              <a:t>Зонтик и дождь</a:t>
            </a:r>
          </a:p>
        </p:txBody>
      </p:sp>
      <p:pic>
        <p:nvPicPr>
          <p:cNvPr id="1026" name="Picture 2" descr="Картинки дождь и зонтик (64 фото)">
            <a:extLst>
              <a:ext uri="{FF2B5EF4-FFF2-40B4-BE49-F238E27FC236}">
                <a16:creationId xmlns:a16="http://schemas.microsoft.com/office/drawing/2014/main" id="{F59CE91B-317D-6DB7-145C-23604EB25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89" b="1"/>
          <a:stretch>
            <a:fillRect/>
          </a:stretch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329CBCE-21AE-419D-AC1F-8ACF510A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F2DA012-1414-493D-888F-5D99D0BDA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EB272C-FDBE-F51E-2435-5C394294D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EC577AD-A3EC-4B35-B6AB-B40BFDDDE6A0}" type="slidenum">
              <a:rPr lang="ru-RU" altLang="ru-BY" smtClean="0"/>
              <a:pPr>
                <a:spcAft>
                  <a:spcPts val="600"/>
                </a:spcAft>
              </a:pPr>
              <a:t>27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700604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1C6C7F-61CC-4100-A74C-8C0F5894B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Наука о данных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data science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ru-RU" dirty="0"/>
              <a:t>– междисциплинарная область, которая представляет собой различные научные процессы, алгоритмы, инструменты и методы машинного обучения, помогающие находить общие закономерности и получать разумные выводы из исходных данных с использованием статистического и математического анализа. 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Аналитика данных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data analytics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ru-RU" dirty="0"/>
              <a:t>занимается проверкой существующей гипотезы и информации и отвечает на вопросы для лучшего и эффективного процесса принятия решений, связанных с бизнесом.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276F17-CAD6-4BD2-9EDA-D7D786BC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74315"/>
            <a:ext cx="10058400" cy="1369074"/>
          </a:xfrm>
        </p:spPr>
        <p:txBody>
          <a:bodyPr/>
          <a:lstStyle/>
          <a:p>
            <a:r>
              <a:rPr lang="ru-RU" dirty="0"/>
              <a:t>Наиболее часто встречающиеся термины</a:t>
            </a:r>
            <a:endParaRPr 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1D283D-C8DD-0B17-8BFE-D89FB0DF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47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Сочный мултиколорный дизайн основания">
            <a:extLst>
              <a:ext uri="{FF2B5EF4-FFF2-40B4-BE49-F238E27FC236}">
                <a16:creationId xmlns:a16="http://schemas.microsoft.com/office/drawing/2014/main" id="{46515A48-5386-5A75-0FDF-C81A9BF4B0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666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1B00C7-0803-8A43-A9F3-6FF24BDC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85000"/>
              </a:lnSpc>
            </a:pPr>
            <a:r>
              <a:rPr lang="en-US">
                <a:solidFill>
                  <a:srgbClr val="FFFFFF"/>
                </a:solidFill>
              </a:rPr>
              <a:t>ФОРМЫ ПРЕДСТАВЛЕНИЯ ПЕРВИЧНЫХ ДАННЫХ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989447-4A2E-2325-8F97-FE9FB3EC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114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 descr="SmartArt graphic of Linear Venn">
            <a:extLst>
              <a:ext uri="{FF2B5EF4-FFF2-40B4-BE49-F238E27FC236}">
                <a16:creationId xmlns:a16="http://schemas.microsoft.com/office/drawing/2014/main" id="{2A1099A9-7898-E54F-BE1A-0E468D8CE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498130"/>
              </p:ext>
            </p:extLst>
          </p:nvPr>
        </p:nvGraphicFramePr>
        <p:xfrm>
          <a:off x="657726" y="1482559"/>
          <a:ext cx="11036969" cy="3731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F4E94C0-0A51-6C41-B1ED-E95AC84C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первичной информации</a:t>
            </a:r>
            <a:endParaRPr lang="en-US" dirty="0"/>
          </a:p>
        </p:txBody>
      </p:sp>
      <p:pic>
        <p:nvPicPr>
          <p:cNvPr id="4" name="Picture 2" descr="https://i.ytimg.com/vi/Ey4u_MUtd-E/maxresdefault.jpg">
            <a:extLst>
              <a:ext uri="{FF2B5EF4-FFF2-40B4-BE49-F238E27FC236}">
                <a16:creationId xmlns:a16="http://schemas.microsoft.com/office/drawing/2014/main" id="{F3DAD6BF-408B-40AD-B2B9-6C93361B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5001333"/>
            <a:ext cx="1697459" cy="127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cdn.itechnews.net/wp-content/uploads/2010/02/JVC-UX-F3-and-NX-D2-iPod-Audio-Systems-with-dual-docks.jpg">
            <a:extLst>
              <a:ext uri="{FF2B5EF4-FFF2-40B4-BE49-F238E27FC236}">
                <a16:creationId xmlns:a16="http://schemas.microsoft.com/office/drawing/2014/main" id="{6F040261-2090-4BB2-9219-DD5388364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004" y="4924367"/>
            <a:ext cx="1916487" cy="135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ttp://www.bloomberg.com/image/i6vN5XngMEIE.jpg">
            <a:extLst>
              <a:ext uri="{FF2B5EF4-FFF2-40B4-BE49-F238E27FC236}">
                <a16:creationId xmlns:a16="http://schemas.microsoft.com/office/drawing/2014/main" id="{3C913DF1-8C42-4FB8-A6A2-3E66FDBF9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757" y="4924367"/>
            <a:ext cx="1916486" cy="127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http://mtdata.ru/u26/photoEAC3/20838337036-0/original.jpg">
            <a:extLst>
              <a:ext uri="{FF2B5EF4-FFF2-40B4-BE49-F238E27FC236}">
                <a16:creationId xmlns:a16="http://schemas.microsoft.com/office/drawing/2014/main" id="{4362739F-FA69-403E-B810-EEAFDBE10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769" y="4885561"/>
            <a:ext cx="1969177" cy="131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http://mir-multfilmov.ru/_ph/98/659365708.png">
            <a:extLst>
              <a:ext uri="{FF2B5EF4-FFF2-40B4-BE49-F238E27FC236}">
                <a16:creationId xmlns:a16="http://schemas.microsoft.com/office/drawing/2014/main" id="{C2971470-58A5-4CAF-893C-058B6992F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163" y="4845753"/>
            <a:ext cx="1792521" cy="134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742758-2E91-C260-138F-F9447187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59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12E59-8EE6-4E4D-AC40-5234739EC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информации</a:t>
            </a:r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84DB46C-F8C3-47D6-8FFB-0DC489CC17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0102042"/>
              </p:ext>
            </p:extLst>
          </p:nvPr>
        </p:nvGraphicFramePr>
        <p:xfrm>
          <a:off x="857543" y="1668251"/>
          <a:ext cx="9951720" cy="437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3CD8D86-61BA-D34A-3DA8-0F1F8D68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786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BB6AB7F-DEFD-DCC2-CDCA-9F27E73B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32</a:t>
            </a:fld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3BC61A9-2E42-BF8E-72F9-7CA1AF37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Числовые данные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36F279-31E3-E7FE-6BC6-1387159C0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Пошаговое руководство по созданию синтетических данных в Python / Хабр">
            <a:extLst>
              <a:ext uri="{FF2B5EF4-FFF2-40B4-BE49-F238E27FC236}">
                <a16:creationId xmlns:a16="http://schemas.microsoft.com/office/drawing/2014/main" id="{6B9A3A87-F99A-F0D6-DC40-D703EB54E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972" y="2381582"/>
            <a:ext cx="8459286" cy="314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036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492710-8074-9BB5-5CF7-1B62C860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33</a:t>
            </a:fld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E6F6148-3C7D-3BD0-C876-D03234C5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Временные ряды</a:t>
            </a:r>
          </a:p>
        </p:txBody>
      </p:sp>
      <p:pic>
        <p:nvPicPr>
          <p:cNvPr id="2050" name="Picture 2" descr="Временные ряды. Простые решения / Хабр">
            <a:extLst>
              <a:ext uri="{FF2B5EF4-FFF2-40B4-BE49-F238E27FC236}">
                <a16:creationId xmlns:a16="http://schemas.microsoft.com/office/drawing/2014/main" id="{048CCDD7-E43A-7B90-F0B9-62B899014F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968" y="1926521"/>
            <a:ext cx="9569243" cy="380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599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8B550D-68E2-0A9D-E4D0-60462983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34</a:t>
            </a:fld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B2A6F50-3D24-0A2C-A416-190B3A9F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Категориальные данные (классы)</a:t>
            </a:r>
            <a:endParaRPr lang="ru-RU" dirty="0"/>
          </a:p>
        </p:txBody>
      </p:sp>
      <p:pic>
        <p:nvPicPr>
          <p:cNvPr id="3074" name="Picture 2" descr="Python: категориальные признаки | Анализ малых данных">
            <a:extLst>
              <a:ext uri="{FF2B5EF4-FFF2-40B4-BE49-F238E27FC236}">
                <a16:creationId xmlns:a16="http://schemas.microsoft.com/office/drawing/2014/main" id="{D9D044C9-9957-2942-B0F8-1FBBDC2CA6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666" y="2194560"/>
            <a:ext cx="9883645" cy="347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903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B43B0-30F5-C8BC-C58E-58E649837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Текстовые данные (категориальные данные)</a:t>
            </a:r>
          </a:p>
        </p:txBody>
      </p:sp>
      <p:pic>
        <p:nvPicPr>
          <p:cNvPr id="5" name="Content Placeholder 4" descr="Текст — Википедия">
            <a:extLst>
              <a:ext uri="{FF2B5EF4-FFF2-40B4-BE49-F238E27FC236}">
                <a16:creationId xmlns:a16="http://schemas.microsoft.com/office/drawing/2014/main" id="{5AED6953-5194-9095-E63E-2ADD74B8CD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5045" y="640081"/>
            <a:ext cx="5550124" cy="505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353A5F-7168-52FF-B277-84A62ADE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A98EE3D-8CD1-4C3F-BD1C-C98C9596463C}" type="slidenum">
              <a:rPr lang="en-US" smtClean="0"/>
              <a:pPr defTabSz="914400">
                <a:spcAft>
                  <a:spcPts val="600"/>
                </a:spcAft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178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D0E23C9-13DB-6226-4A63-1BC14705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36</a:t>
            </a:fld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1118018-DB0E-010A-2E28-72F62430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Графическая информация</a:t>
            </a:r>
            <a:br>
              <a:rPr lang="en-US" dirty="0"/>
            </a:br>
            <a:endParaRPr lang="ru-RU" dirty="0"/>
          </a:p>
        </p:txBody>
      </p:sp>
      <p:pic>
        <p:nvPicPr>
          <p:cNvPr id="4098" name="Picture 2" descr="Как модель Playboy стала самой известной женщиной среди ученых -  Рамблер/новости">
            <a:extLst>
              <a:ext uri="{FF2B5EF4-FFF2-40B4-BE49-F238E27FC236}">
                <a16:creationId xmlns:a16="http://schemas.microsoft.com/office/drawing/2014/main" id="{D463E280-9177-26DD-C920-1EFBF10F27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08" y="1867334"/>
            <a:ext cx="7412736" cy="404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133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0AA6468-80AC-4DDF-9CFB-C7A9507E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760C4ED-A7C2-F2E3-3211-AF437AEA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Видео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76E821F-F068-F8D4-7573-766E8211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6810" y="6459785"/>
            <a:ext cx="72555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3A98EE3D-8CD1-4C3F-BD1C-C98C9596463C}" type="slidenum">
              <a:rPr lang="en-US" smtClean="0"/>
              <a:pPr algn="l" defTabSz="914400">
                <a:spcAft>
                  <a:spcPts val="600"/>
                </a:spcAft>
              </a:pPr>
              <a:t>37</a:t>
            </a:fld>
            <a:endParaRPr lang="en-US"/>
          </a:p>
        </p:txBody>
      </p:sp>
      <p:pic>
        <p:nvPicPr>
          <p:cNvPr id="5" name="Picture 2" descr="https://upload.wikimedia.org/wikipedia/ru/thumb/a/a5/MoComp_-_%D0%A2%D0%B5%D1%81%D1%82%D0%BE%D0%B2%D0%B0%D1%8F_%D0%BF%D0%BE%D1%81%D0%BB%D0%B5%D0%B4%D0%BE%D0%B2%D0%B0%D1%82%D0%B5%D0%BB%D1%8C%D0%BD%D0%BE%D1%81%D1%82%D1%8C.png/400px-MoComp_-_%D0%A2%D0%B5%D1%81%D1%82%D0%BE%D0%B2%D0%B0%D1%8F_%D0%BF%D0%BE%D1%81%D0%BB%D0%B5%D0%B4%D0%BE%D0%B2%D0%B0%D1%82%D0%B5%D0%BB%D1%8C%D0%BD%D0%BE%D1%81%D1%82%D1%8C.png">
            <a:extLst>
              <a:ext uri="{FF2B5EF4-FFF2-40B4-BE49-F238E27FC236}">
                <a16:creationId xmlns:a16="http://schemas.microsoft.com/office/drawing/2014/main" id="{55140BBB-156B-53E6-A05F-77C730981E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3" r="2" b="5852"/>
          <a:stretch>
            <a:fillRect/>
          </a:stretch>
        </p:blipFill>
        <p:spPr bwMode="auto">
          <a:xfrm>
            <a:off x="4639733" y="10"/>
            <a:ext cx="7552266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AB900CC-5074-4746-A1A4-AF640455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4642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57" name="Rectangle 6156">
            <a:extLst>
              <a:ext uri="{FF2B5EF4-FFF2-40B4-BE49-F238E27FC236}">
                <a16:creationId xmlns:a16="http://schemas.microsoft.com/office/drawing/2014/main" id="{2AD83CFE-1CA3-4832-A4B9-C48CD134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BC98641C-7F74-435D-996F-A4387A3C3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8AF3F4-89E4-9A34-A28B-7447564B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Аудио и речь</a:t>
            </a:r>
          </a:p>
        </p:txBody>
      </p:sp>
      <p:pic>
        <p:nvPicPr>
          <p:cNvPr id="5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D7DB0AFF-A0E3-5C3F-F092-61E641440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242" y="1361100"/>
            <a:ext cx="5991232" cy="2522624"/>
          </a:xfrm>
          <a:prstGeom prst="rect">
            <a:avLst/>
          </a:prstGeom>
        </p:spPr>
      </p:pic>
      <p:sp>
        <p:nvSpPr>
          <p:cNvPr id="6161" name="Rectangle 6160">
            <a:extLst>
              <a:ext uri="{FF2B5EF4-FFF2-40B4-BE49-F238E27FC236}">
                <a16:creationId xmlns:a16="http://schemas.microsoft.com/office/drawing/2014/main" id="{F530C0F6-C8DF-4539-B30C-8105DB61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Защита информации. Хакеры прячут вредоносы в аудиофайлы для обхода  антивирусов">
            <a:extLst>
              <a:ext uri="{FF2B5EF4-FFF2-40B4-BE49-F238E27FC236}">
                <a16:creationId xmlns:a16="http://schemas.microsoft.com/office/drawing/2014/main" id="{54B7DB47-EB3F-4BB1-413D-01F40BCFED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907" y="1086503"/>
            <a:ext cx="5118182" cy="286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3" name="Rectangle 6162">
            <a:extLst>
              <a:ext uri="{FF2B5EF4-FFF2-40B4-BE49-F238E27FC236}">
                <a16:creationId xmlns:a16="http://schemas.microsoft.com/office/drawing/2014/main" id="{BAE51241-AA8B-4B82-9C59-6738DB85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A262B9-3769-D170-D08E-7D0D1FB1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54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00C7-0803-8A43-A9F3-6FF24BDC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872" y="1216152"/>
            <a:ext cx="7356255" cy="3566160"/>
          </a:xfrm>
        </p:spPr>
        <p:txBody>
          <a:bodyPr>
            <a:noAutofit/>
          </a:bodyPr>
          <a:lstStyle/>
          <a:p>
            <a:r>
              <a:rPr lang="ru-RU" sz="4800" dirty="0"/>
              <a:t>ПРЕДСТАВЛЕНИЕ ЧИСЛЕННЫХ ДАННЫХ. ТИПЫ ИЗМЕРЯЕМЫХ ФИЗИЧЕСКИХ ВЕЛИЧИН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9A574-F452-49EE-9B41-B6208C50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1673" y="5320665"/>
            <a:ext cx="7356255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A08AA2-F994-DA43-EFF1-5DE2B02F4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14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996FCA-598E-4345-8C5D-277468F4C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физических величин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F7D7E5-F216-46AA-96B0-271F5F6F8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12" y="1936008"/>
            <a:ext cx="9096375" cy="41052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7148C9-C902-3908-F41C-28C654D2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533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B465F-540C-4D80-B6B8-B30EF04E5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физических величин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59AF95-093D-40E3-A463-F9AEF2635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210" y="1459667"/>
            <a:ext cx="7699458" cy="521325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0D848F-4E5A-299F-6450-7C1AB6C1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4525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280CD02-8A4F-4FC0-8B1D-F62E7F470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651463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физических величин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6F00CE-78CE-F6C8-E385-624B456F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8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B31E14-5325-4577-8E9B-6C943E237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ПОГРЕШНОСТИ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E25730-84FA-45FD-94AA-1E6B73DC0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722" y="1512205"/>
            <a:ext cx="6990263" cy="469938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C4115BF-E751-0840-350A-00E52C59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639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00C7-0803-8A43-A9F3-6FF24BDC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872" y="949452"/>
            <a:ext cx="7356255" cy="3566160"/>
          </a:xfrm>
        </p:spPr>
        <p:txBody>
          <a:bodyPr>
            <a:noAutofit/>
          </a:bodyPr>
          <a:lstStyle/>
          <a:p>
            <a:r>
              <a:rPr lang="ru-RU" sz="4400" dirty="0"/>
              <a:t>Выделение статистик по выборкам для описания отдельных элементов информационных систем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9A574-F452-49EE-9B41-B6208C50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1673" y="5320665"/>
            <a:ext cx="7356255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FBBE9F4-B21C-9EE6-2AE8-87C1C32F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042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1A5C73-5630-4C6C-8D7D-99A06497D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25087"/>
            <a:ext cx="6553480" cy="4202884"/>
          </a:xfrm>
        </p:spPr>
        <p:txBody>
          <a:bodyPr/>
          <a:lstStyle/>
          <a:p>
            <a:r>
              <a:rPr lang="ru-RU" dirty="0"/>
              <a:t>Зачем нужны случайные величины?</a:t>
            </a:r>
          </a:p>
          <a:p>
            <a:pPr lvl="1"/>
            <a:r>
              <a:rPr lang="ru-RU" dirty="0"/>
              <a:t>Явление можно описать случайной величиной, если на его исход влияет слишком много факторов, которые невозможно учесть</a:t>
            </a:r>
          </a:p>
          <a:p>
            <a:pPr lvl="1"/>
            <a:r>
              <a:rPr lang="ru-RU" dirty="0"/>
              <a:t>Явление можно описать случайной величиной, если в опыте невозможно зафиксировать какие-либо условия возникновения этого явления</a:t>
            </a:r>
          </a:p>
          <a:p>
            <a:r>
              <a:rPr lang="ru-RU" dirty="0"/>
              <a:t>Зачем нужна статистика?</a:t>
            </a:r>
          </a:p>
          <a:p>
            <a:pPr lvl="1"/>
            <a:r>
              <a:rPr lang="ru-RU" dirty="0"/>
              <a:t>Статистика позволяет оценивать параметры случайных величин на генеральной совокупности (всём множестве значений) по их выборке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2F6438-85F4-4EAD-B6B5-7B4453F5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СТАТИСТИКА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6A7FF-61BA-40D1-B779-CB1D1AD106EE}"/>
              </a:ext>
            </a:extLst>
          </p:cNvPr>
          <p:cNvSpPr txBox="1"/>
          <p:nvPr/>
        </p:nvSpPr>
        <p:spPr>
          <a:xfrm>
            <a:off x="1097280" y="1790891"/>
            <a:ext cx="866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Существует три вида лжи: ложь, наглая ложь и статистика </a:t>
            </a:r>
            <a:r>
              <a:rPr lang="ru-RU" dirty="0"/>
              <a:t>– М. Твен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3C77DF-EB3B-4B01-B5EF-54FE8A18D4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505"/>
          <a:stretch/>
        </p:blipFill>
        <p:spPr>
          <a:xfrm>
            <a:off x="7608815" y="2806338"/>
            <a:ext cx="4541240" cy="262988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984F92-BA9A-1563-59EC-1F5BD718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8735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Случайные величины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CC4F1E-134D-4851-8EA4-7D2A627E916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3665" y="1790891"/>
            <a:ext cx="7323138" cy="5122862"/>
          </a:xfrm>
        </p:spPr>
        <p:txBody>
          <a:bodyPr>
            <a:normAutofit/>
          </a:bodyPr>
          <a:lstStyle/>
          <a:p>
            <a:r>
              <a:rPr lang="ru-RU" b="1" dirty="0"/>
              <a:t>Случайная величина </a:t>
            </a:r>
            <a:r>
              <a:rPr lang="en-US" dirty="0"/>
              <a:t>–</a:t>
            </a:r>
            <a:r>
              <a:rPr lang="ru-RU" dirty="0"/>
              <a:t> измеримая величина, которая принимает одно из нескольких возможных значений с определенной вероятностью</a:t>
            </a:r>
            <a:br>
              <a:rPr lang="ru-RU" dirty="0"/>
            </a:br>
            <a:r>
              <a:rPr lang="ru-RU" i="1" dirty="0"/>
              <a:t>например: </a:t>
            </a:r>
            <a:r>
              <a:rPr lang="ru-RU" b="1" i="1" dirty="0"/>
              <a:t>количество очков </a:t>
            </a:r>
            <a:r>
              <a:rPr lang="ru-RU" i="1" dirty="0"/>
              <a:t>игральной кости, </a:t>
            </a:r>
            <a:r>
              <a:rPr lang="ru-RU" b="1" i="1" dirty="0"/>
              <a:t>цвет</a:t>
            </a:r>
            <a:r>
              <a:rPr lang="ru-RU" i="1" dirty="0"/>
              <a:t> первого встреченного на улице котика</a:t>
            </a:r>
            <a:endParaRPr lang="ru-RU" dirty="0"/>
          </a:p>
          <a:p>
            <a:r>
              <a:rPr lang="ru-RU" b="1" dirty="0"/>
              <a:t>Реализация случайной величины </a:t>
            </a:r>
            <a:r>
              <a:rPr lang="ru-RU" dirty="0"/>
              <a:t>– одно фиксированное значение, которое приняла случайная величина в результате опыта</a:t>
            </a:r>
            <a:br>
              <a:rPr lang="ru-RU" dirty="0"/>
            </a:br>
            <a:r>
              <a:rPr lang="ru-RU" i="1" dirty="0"/>
              <a:t>например: после броска кубика выпало </a:t>
            </a:r>
            <a:r>
              <a:rPr lang="ru-RU" b="1" i="1" dirty="0"/>
              <a:t>6</a:t>
            </a:r>
            <a:r>
              <a:rPr lang="ru-RU" i="1" dirty="0"/>
              <a:t>, после выхода на улицу был замечен </a:t>
            </a:r>
            <a:r>
              <a:rPr lang="ru-RU" b="1" i="1" dirty="0"/>
              <a:t>серый</a:t>
            </a:r>
            <a:r>
              <a:rPr lang="ru-RU" i="1" dirty="0"/>
              <a:t> котик</a:t>
            </a:r>
          </a:p>
          <a:p>
            <a:r>
              <a:rPr lang="ru-RU" b="1" dirty="0"/>
              <a:t>Выборка случайной величины </a:t>
            </a:r>
            <a:r>
              <a:rPr lang="ru-RU" dirty="0"/>
              <a:t>– набор нескольких независимых реализаций случайной величины</a:t>
            </a:r>
            <a:br>
              <a:rPr lang="ru-RU" dirty="0"/>
            </a:br>
            <a:r>
              <a:rPr lang="ru-RU" i="1" dirty="0"/>
              <a:t>например: результаты бросания кости 10 раз подряд, цвета первых четырех встреченных на улице котиков</a:t>
            </a: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3B3936-9482-4B4E-8F15-6EBD4ED9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099" y="1790891"/>
            <a:ext cx="3598877" cy="401263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AF9AB31-E851-DB43-16FF-FC8272BD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8744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CC4F1E-134D-4851-8EA4-7D2A627E9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40" y="2048402"/>
            <a:ext cx="7323588" cy="5123110"/>
          </a:xfrm>
        </p:spPr>
        <p:txBody>
          <a:bodyPr>
            <a:normAutofit/>
          </a:bodyPr>
          <a:lstStyle/>
          <a:p>
            <a:r>
              <a:rPr lang="ru-RU" b="1" dirty="0"/>
              <a:t>Дискретная </a:t>
            </a:r>
            <a:r>
              <a:rPr lang="ru-RU" dirty="0"/>
              <a:t>случайная величина – случайная величина, которая может принимать значения из счётного (конечного или бесконечного) множества</a:t>
            </a:r>
            <a:br>
              <a:rPr lang="ru-RU" dirty="0"/>
            </a:br>
            <a:r>
              <a:rPr lang="ru-RU" i="1" dirty="0"/>
              <a:t>например: пол котика, количество полосок на шерсти котика</a:t>
            </a:r>
            <a:endParaRPr lang="ru-RU" dirty="0"/>
          </a:p>
          <a:p>
            <a:r>
              <a:rPr lang="ru-RU" b="1" dirty="0"/>
              <a:t>Непрерывная </a:t>
            </a:r>
            <a:r>
              <a:rPr lang="ru-RU" dirty="0"/>
              <a:t>случайная величина – случайная величина, множество значений которой является бесконечным и несчётным</a:t>
            </a:r>
            <a:br>
              <a:rPr lang="ru-RU" b="1" dirty="0"/>
            </a:br>
            <a:r>
              <a:rPr lang="ru-RU" i="1" dirty="0"/>
              <a:t>например: длина хвоста котика в см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Случайные величины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3B3936-9482-4B4E-8F15-6EBD4ED9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099" y="1790891"/>
            <a:ext cx="3598877" cy="401263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434DC3-E26D-FB66-52BD-4EE0F2F8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381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Случайные величины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CC4F1E-134D-4851-8EA4-7D2A627E916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9024" y="2106858"/>
            <a:ext cx="7323138" cy="5122862"/>
          </a:xfrm>
        </p:spPr>
        <p:txBody>
          <a:bodyPr>
            <a:normAutofit/>
          </a:bodyPr>
          <a:lstStyle/>
          <a:p>
            <a:r>
              <a:rPr lang="ru-RU" dirty="0"/>
              <a:t>Случайные величины называются </a:t>
            </a:r>
            <a:r>
              <a:rPr lang="ru-RU" b="1" dirty="0"/>
              <a:t>независимыми</a:t>
            </a:r>
            <a:r>
              <a:rPr lang="ru-RU" dirty="0"/>
              <a:t>, если исход одной из них не влияет на вероятности другой</a:t>
            </a:r>
            <a:br>
              <a:rPr lang="ru-RU" dirty="0"/>
            </a:br>
            <a:r>
              <a:rPr lang="ru-RU" i="1" dirty="0"/>
              <a:t>например: достоинство и масть случайной карты из колоды игральных карт</a:t>
            </a:r>
          </a:p>
          <a:p>
            <a:endParaRPr lang="ru-RU" i="1" dirty="0"/>
          </a:p>
          <a:p>
            <a:r>
              <a:rPr lang="ru-RU" dirty="0"/>
              <a:t>Случайные величины называются </a:t>
            </a:r>
            <a:r>
              <a:rPr lang="ru-RU" b="1" dirty="0"/>
              <a:t>зависимыми</a:t>
            </a:r>
            <a:r>
              <a:rPr lang="ru-RU" dirty="0"/>
              <a:t>, если вероятности совместной реализации их значений отличаются от вероятностей их реализации по отдельности</a:t>
            </a:r>
            <a:br>
              <a:rPr lang="ru-RU" dirty="0"/>
            </a:br>
            <a:r>
              <a:rPr lang="ru-RU" i="1" dirty="0"/>
              <a:t>например: рост и вес первого встреченного на улице котика</a:t>
            </a:r>
            <a:endParaRPr lang="ru-RU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3B3936-9482-4B4E-8F15-6EBD4ED9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099" y="1790891"/>
            <a:ext cx="3598877" cy="401263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D0C8F90-5FD7-12F6-6A35-12D75183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6663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B1525A-6B9C-469F-9F98-0B402A336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Точечные оценки</a:t>
            </a:r>
            <a:r>
              <a:rPr lang="ru-RU" dirty="0"/>
              <a:t> – оценки каких-либо характеристик СВ (обычно моментов) в виде одного значения </a:t>
            </a:r>
          </a:p>
          <a:p>
            <a:r>
              <a:rPr lang="ru-RU" b="1" dirty="0"/>
              <a:t>Интервальные оценки </a:t>
            </a:r>
            <a:r>
              <a:rPr lang="ru-RU" dirty="0"/>
              <a:t>– оценки характеристик в виде интервала, в который оцениваемая величина попадает с некоторой вероятностью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B27E27-B316-460B-9ADE-DE3252403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Точечные и интервальные оценки</a:t>
            </a:r>
            <a:endParaRPr 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12A4F30-550B-3A4C-8D61-4526708B0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8992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44577A0-5A02-46B6-BB22-B4F55C72E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Функция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Функция плотности вероятности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такая, что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Табличное задание по вероятности и по частоте (для конечных дискретных СВ)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44577A0-5A02-46B6-BB22-B4F55C72E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6" t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148C609-9D24-4280-ABF1-5C9B78DD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задания случайной величины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471B6-96CA-4B0D-BB62-1D8306A30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751" y="3857414"/>
            <a:ext cx="2041348" cy="225450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CBB012-5E0A-2D0E-3EF4-28E0F59E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7860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136B1B-CA57-40C6-B768-0D329D2F9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10058400" cy="405770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математическое ожидание случайной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определяется как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т.е. совокупность произведений всех возможных значений случайной величины на соответствующие вероятности. Для дискретных случайных величин со значениями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соответствующими вероятностями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136B1B-CA57-40C6-B768-0D329D2F9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10058400" cy="4057707"/>
              </a:xfrm>
              <a:blipFill>
                <a:blip r:embed="rId3"/>
                <a:stretch>
                  <a:fillRect l="-1515" t="-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5939DED-B96D-48C1-8BCB-1BE6BCDD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Моменты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995725-0870-E07C-263D-B79C33D2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497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136B1B-CA57-40C6-B768-0D329D2F9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10058400" cy="405770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й начальный момент случайной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матожидание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й степени этой величины: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Первый начальный момент по определению является матожиданием.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-й центральный момент случайной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матожидание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-й степени этой величины, центрированной на её матожидание: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Первый центральный момент не имеет смысла, т.к. он всегда равен нулю.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136B1B-CA57-40C6-B768-0D329D2F9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10058400" cy="4057707"/>
              </a:xfrm>
              <a:blipFill>
                <a:blip r:embed="rId3"/>
                <a:stretch>
                  <a:fillRect l="-1515" t="-902" r="-1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5939DED-B96D-48C1-8BCB-1BE6BCDD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Моменты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57F61F-00B4-1B18-35B5-736917AA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353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23FF7-3A6C-4F05-BDDE-AB36E16CD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814" y="1461707"/>
            <a:ext cx="5359066" cy="144979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B465F-540C-4D80-B6B8-B30EF04E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284" y="1650020"/>
            <a:ext cx="3989974" cy="4229091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Мода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Медиана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Меры центральной тенденции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0D68B1-200E-43B0-9843-AE0F2D401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97" y="1979204"/>
            <a:ext cx="3105150" cy="3905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2785A3-00CE-4804-BC6A-944629FCF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079" y="2869450"/>
            <a:ext cx="3816536" cy="1816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3C9436-A601-400A-9C27-219B315746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442" y="4778453"/>
            <a:ext cx="3811174" cy="1619287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67A7598-BE90-796D-2453-97B0975A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6972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B465F-540C-4D80-B6B8-B30EF04E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284" y="1979204"/>
            <a:ext cx="3989974" cy="4650196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Среднее</a:t>
            </a:r>
          </a:p>
          <a:p>
            <a:r>
              <a:rPr lang="ru-RU" dirty="0"/>
              <a:t>значение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Выброс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Усеченное</a:t>
            </a:r>
          </a:p>
          <a:p>
            <a:r>
              <a:rPr lang="ru-RU" dirty="0"/>
              <a:t>среднее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Меры центральной тенденции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0D68B1-200E-43B0-9843-AE0F2D401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5" y="1979204"/>
            <a:ext cx="3105150" cy="3905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DF958D-520D-4E9B-AFB1-4F979FA78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271" y="3272785"/>
            <a:ext cx="3105150" cy="1909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89060A-E059-40FE-9715-E62FEF536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808" y="1675899"/>
            <a:ext cx="2166076" cy="19095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2A6943-ABD0-4108-9597-38270242F3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7644" y="5215024"/>
            <a:ext cx="4738036" cy="1338859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D4F4B1-D74D-B8BB-0CD9-3C38A3A71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07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B465F-540C-4D80-B6B8-B30EF04E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779" y="1824654"/>
            <a:ext cx="1900990" cy="4650196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Размах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Отклонение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Меры изменчивости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4EE67-577E-4207-AF4A-8CE3FA41D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191" y="1726554"/>
            <a:ext cx="4765946" cy="1895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9BF21E-1D15-4942-BA9C-0BCEE2DA3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390" y="3786375"/>
            <a:ext cx="3539125" cy="22807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F13472-4FA0-A8F1-DA70-E72908C0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3153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B465F-540C-4D80-B6B8-B30EF04E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48" y="1824654"/>
            <a:ext cx="2963615" cy="4650196"/>
          </a:xfrm>
        </p:spPr>
        <p:txBody>
          <a:bodyPr>
            <a:normAutofit/>
          </a:bodyPr>
          <a:lstStyle/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r>
              <a:rPr lang="ru-RU" dirty="0"/>
              <a:t>Дисперсия</a:t>
            </a:r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r>
              <a:rPr lang="ru-RU" dirty="0"/>
              <a:t>Среднеквадратичное отклонение</a:t>
            </a:r>
          </a:p>
          <a:p>
            <a:pPr marL="0" indent="0" algn="r">
              <a:buNone/>
            </a:pPr>
            <a:endParaRPr lang="ru-RU" dirty="0"/>
          </a:p>
          <a:p>
            <a:pPr marL="0" indent="0" algn="r">
              <a:buNone/>
            </a:pP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Меры изменчивости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73985E-05A2-4345-A080-A846E71E0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19" y="3013600"/>
            <a:ext cx="2009775" cy="17668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571882B-E1DB-4DC4-AB87-1DA0F5D6B92E}"/>
              </a:ext>
            </a:extLst>
          </p:cNvPr>
          <p:cNvSpPr/>
          <p:nvPr/>
        </p:nvSpPr>
        <p:spPr>
          <a:xfrm>
            <a:off x="7713576" y="2425280"/>
            <a:ext cx="2667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Среднее отклонение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301564-7C48-4F9C-A576-AF6705A3F995}"/>
              </a:ext>
            </a:extLst>
          </p:cNvPr>
          <p:cNvCxnSpPr/>
          <p:nvPr/>
        </p:nvCxnSpPr>
        <p:spPr>
          <a:xfrm>
            <a:off x="8055119" y="2746287"/>
            <a:ext cx="2549361" cy="263420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EDB1C6-FD4D-412A-B381-258C86B6F1C5}"/>
              </a:ext>
            </a:extLst>
          </p:cNvPr>
          <p:cNvCxnSpPr>
            <a:cxnSpLocks/>
          </p:cNvCxnSpPr>
          <p:nvPr/>
        </p:nvCxnSpPr>
        <p:spPr>
          <a:xfrm rot="5400000">
            <a:off x="8235884" y="2640813"/>
            <a:ext cx="2549361" cy="263420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522B25F-67CA-4414-A394-52A120989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235" y="1631308"/>
            <a:ext cx="2774031" cy="23266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1621D5-C97E-4783-8571-5ABCC3CF2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4409" y="4437939"/>
            <a:ext cx="2563682" cy="1998244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8ABCCC-1E75-6C5D-1FAC-EABD2E2C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66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мультфильм, дизайн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EF81E2-D4C7-0CC4-5109-32D49BFC6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3156" y="1846263"/>
            <a:ext cx="6101818" cy="421316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80735D-CBD9-72F8-6A56-8774CF13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57</a:t>
            </a:fld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465C939-B979-D83C-FC4F-852184FA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Ящик с усами (</a:t>
            </a:r>
            <a:r>
              <a:rPr lang="en-GB" dirty="0"/>
              <a:t>boxplot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61433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5FE1819-9B09-4FB7-B577-39474AB04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5127058" cy="4327982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Доверительным интервалом </a:t>
                </a:r>
                <a:r>
                  <a:rPr lang="ru-RU" dirty="0"/>
                  <a:t>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распределения случайной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 уровнем доверия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порожденным выборкой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интервал с границами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которые являются реализациями случайных величин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таких, что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r>
                  <a:rPr lang="ru-RU" dirty="0"/>
                  <a:t>Доверительный интервал можно рассматривать как интервал значений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совместимых с опытными данными и не противоречащих им.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5FE1819-9B09-4FB7-B577-39474AB04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5127058" cy="4327982"/>
              </a:xfrm>
              <a:blipFill>
                <a:blip r:embed="rId3"/>
                <a:stretch>
                  <a:fillRect l="-1189" t="-1549" r="-23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6BA19E4-CD38-4219-8052-0C38A978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Доверительный интервал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332CA-F4B1-4634-9295-8937A4BAB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617" y="1806087"/>
            <a:ext cx="3986463" cy="2099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788BF3-84CC-4647-9C25-C58079B4C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571" y="4159257"/>
            <a:ext cx="3986463" cy="196442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EC5B5E-5FEF-FDBB-B9FB-568B375B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623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0722B733-B0A2-C8CE-0FF9-3B86D8409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46C27BA-D902-23E7-AAB9-F7BCEF9D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59</a:t>
            </a:fld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EAE2861-6595-98A0-CE8C-4C43682C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почти не используется доверительные интервалы в ML?</a:t>
            </a:r>
          </a:p>
        </p:txBody>
      </p:sp>
    </p:spTree>
    <p:extLst>
      <p:ext uri="{BB962C8B-B14F-4D97-AF65-F5344CB8AC3E}">
        <p14:creationId xmlns:p14="http://schemas.microsoft.com/office/powerpoint/2010/main" val="39885912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E8D614-AC5D-4D48-9C93-B6432C13E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print(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dataset.describe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())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17D59F-F6B1-4B83-AD9E-91913F33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Описательная статистика </a:t>
            </a:r>
            <a:br>
              <a:rPr lang="en-US" dirty="0"/>
            </a:br>
            <a:r>
              <a:rPr lang="ru-RU" dirty="0"/>
              <a:t>(</a:t>
            </a:r>
            <a:r>
              <a:rPr lang="en-US" dirty="0"/>
              <a:t>summary statistics</a:t>
            </a:r>
            <a:r>
              <a:rPr lang="ru-RU" dirty="0"/>
              <a:t>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57BC89-02AE-4DEB-BADE-B9BF884C3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836" y="2690640"/>
            <a:ext cx="9240828" cy="317845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797EE31-1036-05C7-88D5-73A3FBF3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361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25DAC006-F73C-2825-8262-A118E92AD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b="1" i="1" dirty="0"/>
              <a:t>1) Модель — это статистическая оценка, обученная на случайной выборке.</a:t>
            </a:r>
          </a:p>
          <a:p>
            <a:endParaRPr lang="ru-RU" sz="2400" b="1" i="1" dirty="0"/>
          </a:p>
          <a:p>
            <a:r>
              <a:rPr lang="ru-RU" sz="2400" b="1" i="1" dirty="0"/>
              <a:t>2) В машинном обучении статистика — это не про формулы,</a:t>
            </a:r>
            <a:br>
              <a:rPr lang="ru-RU" sz="2400" b="1" i="1" dirty="0"/>
            </a:br>
            <a:r>
              <a:rPr lang="ru-RU" sz="2400" b="1" i="1" dirty="0"/>
              <a:t>а про понимание, можно ли вообще доверять этим данным.</a:t>
            </a:r>
          </a:p>
          <a:p>
            <a:endParaRPr lang="ru-RU" sz="2400" b="1" i="1" dirty="0"/>
          </a:p>
          <a:p>
            <a:r>
              <a:rPr lang="ru-RU" sz="2400" b="1" i="1" dirty="0"/>
              <a:t>3) Если вы не можете описать датасет статистически —</a:t>
            </a:r>
            <a:br>
              <a:rPr lang="ru-RU" sz="2400" b="1" i="1" dirty="0"/>
            </a:br>
            <a:r>
              <a:rPr lang="ru-RU" sz="2400" b="1" i="1" dirty="0"/>
              <a:t>вы не готовы его моделировать, а значит не можете сдать лабораторную, проект !!!!!!!</a:t>
            </a:r>
          </a:p>
          <a:p>
            <a:pPr algn="just"/>
            <a:endParaRPr lang="ru-RU" i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D4BA4A-4A29-55E0-3D52-D3C87B87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61</a:t>
            </a:fld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FCBDD18-36E7-C174-9AAF-7EA976D6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Запомнить!!!!</a:t>
            </a:r>
          </a:p>
        </p:txBody>
      </p:sp>
    </p:spTree>
    <p:extLst>
      <p:ext uri="{BB962C8B-B14F-4D97-AF65-F5344CB8AC3E}">
        <p14:creationId xmlns:p14="http://schemas.microsoft.com/office/powerpoint/2010/main" val="26333487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606A71-C08C-4357-B263-7121F3CA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Вопросы, встречающиеся на собеседованиях</a:t>
            </a:r>
          </a:p>
        </p:txBody>
      </p:sp>
      <p:pic>
        <p:nvPicPr>
          <p:cNvPr id="6" name="Picture 5" descr="Old вринклед руки с некоторыми монеты">
            <a:extLst>
              <a:ext uri="{FF2B5EF4-FFF2-40B4-BE49-F238E27FC236}">
                <a16:creationId xmlns:a16="http://schemas.microsoft.com/office/drawing/2014/main" id="{8A2718FA-B250-CFCA-C24B-42A4A762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31" r="37849" b="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328855-FF22-47C4-A7B1-ED1B7566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400" b="1" dirty="0"/>
              <a:t>Как определить является ли монета поддельной?</a:t>
            </a:r>
          </a:p>
          <a:p>
            <a:r>
              <a:rPr lang="en-US" sz="1400" b="1" dirty="0"/>
              <a:t>Что такое закон больших чисел? </a:t>
            </a:r>
          </a:p>
          <a:p>
            <a:r>
              <a:rPr lang="en-US" sz="1400" b="1"/>
              <a:t>Что означает ошибка отбора </a:t>
            </a:r>
            <a:r>
              <a:rPr lang="en-US" sz="1400" b="1" dirty="0"/>
              <a:t>(</a:t>
            </a:r>
            <a:r>
              <a:rPr lang="en-US" sz="1400" b="1"/>
              <a:t>selection bias</a:t>
            </a:r>
            <a:r>
              <a:rPr lang="en-US" sz="1400" b="1" dirty="0"/>
              <a:t>)?</a:t>
            </a:r>
          </a:p>
          <a:p>
            <a:r>
              <a:rPr lang="en-US" sz="1400" b="1" dirty="0"/>
              <a:t>Что обычно подразумевается под ошибкой выжившего (survivorship </a:t>
            </a:r>
            <a:r>
              <a:rPr lang="en-US" sz="1400" b="1"/>
              <a:t>Bias)</a:t>
            </a:r>
            <a:r>
              <a:rPr lang="en-US" sz="1400" b="1" dirty="0"/>
              <a:t>?</a:t>
            </a:r>
          </a:p>
          <a:p>
            <a:r>
              <a:rPr lang="en-US" sz="1400" b="1" dirty="0"/>
              <a:t>Есть ли отличия между матожиданием и средним значением?</a:t>
            </a:r>
          </a:p>
          <a:p>
            <a:r>
              <a:rPr lang="en-US" sz="1400" b="1" dirty="0"/>
              <a:t>Что такое выбросы (</a:t>
            </a:r>
            <a:r>
              <a:rPr lang="en-US" sz="1400" b="1"/>
              <a:t>outliers)</a:t>
            </a:r>
            <a:r>
              <a:rPr lang="en-US" sz="1400" b="1" dirty="0"/>
              <a:t> и как с ними бороться?</a:t>
            </a:r>
          </a:p>
          <a:p>
            <a:r>
              <a:rPr lang="en-US" sz="1400" b="1" dirty="0"/>
              <a:t>Что такое нормальное распределение</a:t>
            </a:r>
            <a:r>
              <a:rPr lang="en-US" sz="1400" b="1"/>
              <a:t>? </a:t>
            </a:r>
            <a:r>
              <a:rPr lang="en-US" sz="1400" b="1" dirty="0"/>
              <a:t>Центральная предельная теорема?</a:t>
            </a:r>
          </a:p>
          <a:p>
            <a:r>
              <a:rPr lang="en-US" altLang="ru-RU" sz="1400" b="1"/>
              <a:t>Опишите датасет статистически</a:t>
            </a:r>
            <a:endParaRPr lang="en-US" altLang="ru-RU" sz="1400" b="1" dirty="0"/>
          </a:p>
          <a:p>
            <a:r>
              <a:rPr lang="en-US" altLang="ru-RU" sz="1400" b="1"/>
              <a:t>Найдите потенциальные проблемы в данных</a:t>
            </a:r>
            <a:endParaRPr lang="en-US" altLang="ru-RU" sz="1400" b="1" dirty="0"/>
          </a:p>
          <a:p>
            <a:r>
              <a:rPr lang="en-US" altLang="ru-RU" sz="1400" b="1"/>
              <a:t>Объясните, почему модель может вести себя нестабильно</a:t>
            </a:r>
            <a:endParaRPr lang="en-US" altLang="ru-RU" sz="1400" b="1" dirty="0"/>
          </a:p>
          <a:p>
            <a:endParaRPr lang="en-US" sz="1400" b="1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AF860B-ABE7-FF85-E190-7CD9C6DC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62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51089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A7FA506-1E93-4CA4-B270-1F08FD18C3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2FE978-FCBC-4C90-A410-B547AA706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F4328E-77DF-41E8-952F-124AE19F1F7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Artificial Intelligence in Finance Pitch Deck, копия</Template>
  <TotalTime>0</TotalTime>
  <Words>2379</Words>
  <Application>Microsoft Office PowerPoint</Application>
  <PresentationFormat>Широкоэкранный</PresentationFormat>
  <Paragraphs>446</Paragraphs>
  <Slides>62</Slides>
  <Notes>45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68" baseType="lpstr">
      <vt:lpstr>Calibri</vt:lpstr>
      <vt:lpstr>Calibri Light</vt:lpstr>
      <vt:lpstr>Cambria Math</vt:lpstr>
      <vt:lpstr>Times New Roman</vt:lpstr>
      <vt:lpstr>Wingdings</vt:lpstr>
      <vt:lpstr>Ретро</vt:lpstr>
      <vt:lpstr>НЕЙРОННЫЕ СЕТИ И МАШИННОЕ ОБУЧЕНИЕ</vt:lpstr>
      <vt:lpstr>ВВЕДЕНИЕ</vt:lpstr>
      <vt:lpstr>Дисциплина: ОБРАБОТКА ДАННЫХ В КИБЕРФИЗИЧЕСКИХ И ИНТЕЛЛЕКТУАЛЬНЫХ   СИСТЕМАХ</vt:lpstr>
      <vt:lpstr>Условия сдачи ЭКЗАМЕНА</vt:lpstr>
      <vt:lpstr>Презентация PowerPoint</vt:lpstr>
      <vt:lpstr>Лабораторные работы (состоят из 4 модулей)</vt:lpstr>
      <vt:lpstr>Литература. Книги</vt:lpstr>
      <vt:lpstr>Литература.  Онлайн-ресурсы</vt:lpstr>
      <vt:lpstr>История</vt:lpstr>
      <vt:lpstr>История</vt:lpstr>
      <vt:lpstr>История</vt:lpstr>
      <vt:lpstr>История</vt:lpstr>
      <vt:lpstr>История</vt:lpstr>
      <vt:lpstr>История</vt:lpstr>
      <vt:lpstr>История</vt:lpstr>
      <vt:lpstr>История</vt:lpstr>
      <vt:lpstr>История </vt:lpstr>
      <vt:lpstr>История</vt:lpstr>
      <vt:lpstr>История </vt:lpstr>
      <vt:lpstr>История </vt:lpstr>
      <vt:lpstr>История </vt:lpstr>
      <vt:lpstr>Понятие машинного обучения</vt:lpstr>
      <vt:lpstr>Понятие машинного обучения</vt:lpstr>
      <vt:lpstr>Презентация PowerPoint</vt:lpstr>
      <vt:lpstr>Почему машинное обучение так популярно сегодня?</vt:lpstr>
      <vt:lpstr>В чем разница?</vt:lpstr>
      <vt:lpstr>Зонтик и дождь</vt:lpstr>
      <vt:lpstr>Наиболее часто встречающиеся термины</vt:lpstr>
      <vt:lpstr>ФОРМЫ ПРЕДСТАВЛЕНИЯ ПЕРВИЧНЫХ ДАННЫХ</vt:lpstr>
      <vt:lpstr>Виды первичной информации</vt:lpstr>
      <vt:lpstr>Виды информации</vt:lpstr>
      <vt:lpstr>Числовые данные</vt:lpstr>
      <vt:lpstr>Временные ряды</vt:lpstr>
      <vt:lpstr>Категориальные данные (классы)</vt:lpstr>
      <vt:lpstr>Текстовые данные (категориальные данные)</vt:lpstr>
      <vt:lpstr>Графическая информация </vt:lpstr>
      <vt:lpstr>Видео</vt:lpstr>
      <vt:lpstr>Аудио и речь</vt:lpstr>
      <vt:lpstr>ПРЕДСТАВЛЕНИЕ ЧИСЛЕННЫХ ДАННЫХ. ТИПЫ ИЗМЕРЯЕМЫХ ФИЗИЧЕСКИХ ВЕЛИЧИН</vt:lpstr>
      <vt:lpstr>Типы физических величин</vt:lpstr>
      <vt:lpstr>Типы физических величин</vt:lpstr>
      <vt:lpstr>Типы физических величин</vt:lpstr>
      <vt:lpstr>ПОГРЕШНОСТИ</vt:lpstr>
      <vt:lpstr>Выделение статистик по выборкам для описания отдельных элементов информационных систем</vt:lpstr>
      <vt:lpstr>МАТЕМАТИЧЕСКАЯ СТАТИСТИКА</vt:lpstr>
      <vt:lpstr>Случайные величины</vt:lpstr>
      <vt:lpstr>Случайные величины</vt:lpstr>
      <vt:lpstr>Случайные величины</vt:lpstr>
      <vt:lpstr>Точечные и интервальные оценки</vt:lpstr>
      <vt:lpstr>Способы задания случайной величины</vt:lpstr>
      <vt:lpstr>Моменты</vt:lpstr>
      <vt:lpstr>Моменты</vt:lpstr>
      <vt:lpstr>Меры центральной тенденции</vt:lpstr>
      <vt:lpstr>Меры центральной тенденции</vt:lpstr>
      <vt:lpstr>Меры изменчивости</vt:lpstr>
      <vt:lpstr>Меры изменчивости</vt:lpstr>
      <vt:lpstr>Ящик с усами (boxplot)</vt:lpstr>
      <vt:lpstr>Доверительный интервал</vt:lpstr>
      <vt:lpstr>Почему почти не используется доверительные интервалы в ML?</vt:lpstr>
      <vt:lpstr>Описательная статистика  (summary statistics)</vt:lpstr>
      <vt:lpstr>Запомнить!!!!</vt:lpstr>
      <vt:lpstr>Вопросы, встречающиеся на собеседованиях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2020-10-08T13:09:02Z</dcterms:created>
  <dcterms:modified xsi:type="dcterms:W3CDTF">2026-10-19T18:03:50Z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